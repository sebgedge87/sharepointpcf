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6"/>
  </p:notesMasterIdLst>
  <p:sldIdLst>
    <p:sldId id="256" r:id="rId11"/>
    <p:sldId id="257" r:id="rId12"/>
    <p:sldId id="258" r:id="rId13"/>
    <p:sldId id="259" r:id="rId14"/>
    <p:sldId id="260" r:id="rId15"/>
    <p:sldId id="261" r:id="rId16"/>
    <p:sldId id="262" r:id="rId17"/>
    <p:sldId id="263" r:id="rId18"/>
    <p:sldId id="264" r:id="rId19"/>
    <p:sldId id="265" r:id="rId20"/>
    <p:sldId id="266" r:id="rId21"/>
    <p:sldId id="267" r:id="rId22"/>
    <p:sldId id="268"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A4873"/>
    <a:srgbClr val="BB1C7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B73A458-D5D8-4246-8DA0-7F35FF766518}" v="26" dt="2026-09-04T14:29:33.84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11" Type="http://schemas.openxmlformats.org/officeDocument/2006/relationships/slide" Target="slides/slide1.xml"/><Relationship Id="rId12" Type="http://schemas.openxmlformats.org/officeDocument/2006/relationships/slide" Target="slides/slide2.xml"/><Relationship Id="rId13" Type="http://schemas.openxmlformats.org/officeDocument/2006/relationships/slide" Target="slides/slide3.xml"/><Relationship Id="rId14" Type="http://schemas.openxmlformats.org/officeDocument/2006/relationships/slide" Target="slides/slide4.xml"/><Relationship Id="rId15" Type="http://schemas.openxmlformats.org/officeDocument/2006/relationships/slide" Target="slides/slide5.xml"/><Relationship Id="rId16" Type="http://schemas.openxmlformats.org/officeDocument/2006/relationships/slide" Target="slides/slide6.xml"/><Relationship Id="rId17" Type="http://schemas.openxmlformats.org/officeDocument/2006/relationships/slide" Target="slides/slide7.xml"/><Relationship Id="rId18" Type="http://schemas.openxmlformats.org/officeDocument/2006/relationships/slide" Target="slides/slide8.xml"/><Relationship Id="rId19" Type="http://schemas.openxmlformats.org/officeDocument/2006/relationships/slide" Target="slides/slide9.xml"/><Relationship Id="rId20" Type="http://schemas.openxmlformats.org/officeDocument/2006/relationships/slide" Target="slides/slide10.xml"/><Relationship Id="rId21" Type="http://schemas.openxmlformats.org/officeDocument/2006/relationships/slide" Target="slides/slide11.xml"/><Relationship Id="rId22" Type="http://schemas.openxmlformats.org/officeDocument/2006/relationships/slide" Target="slides/slide12.xml"/><Relationship Id="rId23" Type="http://schemas.openxmlformats.org/officeDocument/2006/relationships/slide" Target="slides/slide13.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31"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EFAF8F-33A6-4603-B6E0-271EE5E4D23B}" type="datetimeFigureOut">
              <a:rPr lang="en-GB" smtClean="0"/>
              <a:t>22/10/2026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7B6D30A-13AF-4D69-9DA4-95FDBB036AF4}" type="slidenum">
              <a:rPr lang="en-GB" smtClean="0"/>
              <a:t>‹#›</a:t>
            </a:fld>
            <a:endParaRPr lang="en-GB"/>
          </a:p>
        </p:txBody>
      </p:sp>
    </p:spTree>
    <p:extLst>
      <p:ext uri="{BB962C8B-B14F-4D97-AF65-F5344CB8AC3E}">
        <p14:creationId xmlns:p14="http://schemas.microsoft.com/office/powerpoint/2010/main" val="20906786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deck walks through the Data Model Explorer: what problem it solves, how you use it to review and edit the data model, and how it turns the workbook into a Dataverse solution you import with one script.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workbook is the source of truth for the data model, but reviewing it, tracking versions and building it in Dataverse have all been manual, slow and easy to get wrong.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 is a single HTML file. Open it in Chrome or Edge, drop the workbook on it, and it works entirely in the browser: no install, no server, and the workbook never leaves the machine.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Overview is the landing page once a workbook is open. It sizes the model, shows how complete the documentation is, and links straight to the checks and the solution builder. The screenshot shows the three-table import test model.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table tab in the workbook becomes a page: its details across the top, counts by field type, and the field list. Any column can be filtered. Edits are kept in the browser, highlighted, and listed in Changes, where each one can be reverted.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Add field puts a new row at the end of a table’s field list. For a lookup or an N:N relationship it asks for the related table and records the relationship type. A workbook made from an older template gets the template’s missing columns, such as Relationship Type, so they can be filled in here.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Checks run automatically over the whole model and recalculate after every edit. Each finding links to the table and field. With metadata saved from the Dataverse environment, the page also compares the workbook with what is really there.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diagram is generated from the lookup fields, so it always matches the workbook. Tables can be dragged, and layouts are remembered. A relationship whose type isn’t recorded is drawn as a plain line and flagged for review, rather than guessed.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Loading a newer copy of the workbook compares it with the open one and carries your edits over. Saving back to the original only rewrites the cells you changed, then reads the file back to confirm every edit landed; if any can’t be written, nothing is saved and the edits are kept.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Export, Dataverse solution, generates an unmanaged solution from the workbook in the browser. The download holds the solution zip, import.ps1, build-report.csv and the calculated and rollup fields list. import.ps1 installs the Power Platform CLI if needed, opens a browser to sign in, and imports. Import into development first, then export as managed for test and production.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dialog suggests the prefix and choice value prefix from the workbook. The publisher unique name must match the publisher already in the environment, or a second one is created. Anything that can’t be built is listed in build-report.csv with the reason, and calculated and rollup fields come as a per-table workbook to create by hand.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page has 230 automated browser tests. Generated solutions pass Microsoft’s SolutionPackager unpack and pack, and their XML was compared with solutions exported by Dataverse. The first import into a development environment stopped on a missing table plural-name label; that is fixed in version 1.9.1, and the import test is being re-run.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file is in the SharePointPCF repository under data-model-explorer, with a README and the import test workbook. Start with the import test model to see the whole flow end to end before using a real model.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7.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7.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7.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7.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25CEEF7-3A66-2A99-D7B8-266CC6B26840}"/>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Picture Placeholder 16">
            <a:extLst>
              <a:ext uri="{FF2B5EF4-FFF2-40B4-BE49-F238E27FC236}">
                <a16:creationId xmlns:a16="http://schemas.microsoft.com/office/drawing/2014/main" id="{562FA2FD-DBF8-E842-3E68-284CBF8D6080}"/>
              </a:ext>
            </a:extLst>
          </p:cNvPr>
          <p:cNvSpPr>
            <a:spLocks noGrp="1"/>
          </p:cNvSpPr>
          <p:nvPr>
            <p:ph type="pic" sz="quarter" idx="10" hasCustomPrompt="1"/>
          </p:nvPr>
        </p:nvSpPr>
        <p:spPr>
          <a:xfrm>
            <a:off x="6936213" y="2587199"/>
            <a:ext cx="4279900" cy="1524000"/>
          </a:xfrm>
          <a:prstGeom prst="rect">
            <a:avLst/>
          </a:prstGeom>
        </p:spPr>
        <p:txBody>
          <a:bodyPr/>
          <a:lstStyle>
            <a:lvl1pPr>
              <a:buNone/>
              <a:defRPr sz="1400"/>
            </a:lvl1pPr>
          </a:lstStyle>
          <a:p>
            <a:r>
              <a:rPr lang="en-GB"/>
              <a:t>Our logo here (if tendering to a potential client)</a:t>
            </a:r>
          </a:p>
        </p:txBody>
      </p:sp>
      <p:sp>
        <p:nvSpPr>
          <p:cNvPr id="3" name="Picture Placeholder 16">
            <a:extLst>
              <a:ext uri="{FF2B5EF4-FFF2-40B4-BE49-F238E27FC236}">
                <a16:creationId xmlns:a16="http://schemas.microsoft.com/office/drawing/2014/main" id="{0346B3CE-F195-727A-9B56-287F0B18E7ED}"/>
              </a:ext>
            </a:extLst>
          </p:cNvPr>
          <p:cNvSpPr>
            <a:spLocks noGrp="1"/>
          </p:cNvSpPr>
          <p:nvPr>
            <p:ph type="pic" sz="quarter" idx="11" hasCustomPrompt="1"/>
          </p:nvPr>
        </p:nvSpPr>
        <p:spPr>
          <a:xfrm>
            <a:off x="1142025" y="2587199"/>
            <a:ext cx="4279900" cy="1524000"/>
          </a:xfrm>
          <a:prstGeom prst="rect">
            <a:avLst/>
          </a:prstGeom>
        </p:spPr>
        <p:txBody>
          <a:bodyPr/>
          <a:lstStyle>
            <a:lvl1pPr>
              <a:buNone/>
              <a:defRPr sz="1400"/>
            </a:lvl1pPr>
          </a:lstStyle>
          <a:p>
            <a:r>
              <a:rPr lang="en-GB"/>
              <a:t>Their Logo here (Same size as ours)</a:t>
            </a:r>
          </a:p>
        </p:txBody>
      </p:sp>
    </p:spTree>
    <p:extLst>
      <p:ext uri="{BB962C8B-B14F-4D97-AF65-F5344CB8AC3E}">
        <p14:creationId xmlns:p14="http://schemas.microsoft.com/office/powerpoint/2010/main" val="19287631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2_Title and Content">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A9D9CBF-2FF4-FFFF-1E6F-ECCE78FF4AA8}"/>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ext Placeholder 7">
            <a:extLst>
              <a:ext uri="{FF2B5EF4-FFF2-40B4-BE49-F238E27FC236}">
                <a16:creationId xmlns:a16="http://schemas.microsoft.com/office/drawing/2014/main" id="{F8E3E50A-5461-DB7A-804B-0E8546C0FD9D}"/>
              </a:ext>
            </a:extLst>
          </p:cNvPr>
          <p:cNvSpPr>
            <a:spLocks noGrp="1"/>
          </p:cNvSpPr>
          <p:nvPr>
            <p:ph type="body" sz="quarter" idx="14"/>
          </p:nvPr>
        </p:nvSpPr>
        <p:spPr>
          <a:xfrm>
            <a:off x="552410" y="2709863"/>
            <a:ext cx="11087180" cy="719137"/>
          </a:xfrm>
          <a:prstGeom prst="rect">
            <a:avLst/>
          </a:prstGeom>
        </p:spPr>
        <p:txBody>
          <a:bodyPr/>
          <a:lstStyle>
            <a:lvl1pPr algn="ctr">
              <a:lnSpc>
                <a:spcPct val="125000"/>
              </a:lnSpc>
              <a:buNone/>
              <a:defRPr sz="6000" b="1">
                <a:solidFill>
                  <a:srgbClr val="0A4873"/>
                </a:solidFill>
              </a:defRPr>
            </a:lvl1pPr>
          </a:lstStyle>
          <a:p>
            <a:pPr lvl="0"/>
            <a:endParaRPr lang="en-GB"/>
          </a:p>
        </p:txBody>
      </p:sp>
    </p:spTree>
    <p:extLst>
      <p:ext uri="{BB962C8B-B14F-4D97-AF65-F5344CB8AC3E}">
        <p14:creationId xmlns:p14="http://schemas.microsoft.com/office/powerpoint/2010/main" val="576347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3_Title and Content">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862DCA5-26BE-F91F-18C1-E008F982608C}"/>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ext Placeholder 7">
            <a:extLst>
              <a:ext uri="{FF2B5EF4-FFF2-40B4-BE49-F238E27FC236}">
                <a16:creationId xmlns:a16="http://schemas.microsoft.com/office/drawing/2014/main" id="{F8E3E50A-5461-DB7A-804B-0E8546C0FD9D}"/>
              </a:ext>
            </a:extLst>
          </p:cNvPr>
          <p:cNvSpPr>
            <a:spLocks noGrp="1"/>
          </p:cNvSpPr>
          <p:nvPr>
            <p:ph type="body" sz="quarter" idx="14"/>
          </p:nvPr>
        </p:nvSpPr>
        <p:spPr>
          <a:xfrm>
            <a:off x="552410" y="2026824"/>
            <a:ext cx="11087180" cy="719137"/>
          </a:xfrm>
          <a:prstGeom prst="rect">
            <a:avLst/>
          </a:prstGeom>
        </p:spPr>
        <p:txBody>
          <a:bodyPr/>
          <a:lstStyle>
            <a:lvl1pPr algn="ctr">
              <a:lnSpc>
                <a:spcPct val="125000"/>
              </a:lnSpc>
              <a:buNone/>
              <a:defRPr sz="6000" b="1">
                <a:solidFill>
                  <a:srgbClr val="0A4873"/>
                </a:solidFill>
              </a:defRPr>
            </a:lvl1pPr>
          </a:lstStyle>
          <a:p>
            <a:pPr lvl="0"/>
            <a:endParaRPr lang="en-GB"/>
          </a:p>
        </p:txBody>
      </p:sp>
    </p:spTree>
    <p:extLst>
      <p:ext uri="{BB962C8B-B14F-4D97-AF65-F5344CB8AC3E}">
        <p14:creationId xmlns:p14="http://schemas.microsoft.com/office/powerpoint/2010/main" val="13533691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1CB52BF-DB88-6B6D-0F45-E5EA44CBDC53}"/>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Picture Placeholder 7">
            <a:extLst>
              <a:ext uri="{FF2B5EF4-FFF2-40B4-BE49-F238E27FC236}">
                <a16:creationId xmlns:a16="http://schemas.microsoft.com/office/drawing/2014/main" id="{FE967D57-4361-154E-594D-B57E7D2E3132}"/>
              </a:ext>
            </a:extLst>
          </p:cNvPr>
          <p:cNvSpPr>
            <a:spLocks noGrp="1"/>
          </p:cNvSpPr>
          <p:nvPr>
            <p:ph type="pic" sz="quarter" idx="10"/>
          </p:nvPr>
        </p:nvSpPr>
        <p:spPr>
          <a:xfrm>
            <a:off x="523874" y="3860800"/>
            <a:ext cx="4398089" cy="2675295"/>
          </a:xfrm>
          <a:prstGeom prst="rect">
            <a:avLst/>
          </a:prstGeom>
        </p:spPr>
        <p:txBody>
          <a:bodyPr/>
          <a:lstStyle/>
          <a:p>
            <a:r>
              <a:rPr lang="en-US"/>
              <a:t>Click icon to add picture</a:t>
            </a:r>
            <a:endParaRPr lang="en-GB"/>
          </a:p>
        </p:txBody>
      </p:sp>
      <p:sp>
        <p:nvSpPr>
          <p:cNvPr id="8" name="Text Placeholder 7">
            <a:extLst>
              <a:ext uri="{FF2B5EF4-FFF2-40B4-BE49-F238E27FC236}">
                <a16:creationId xmlns:a16="http://schemas.microsoft.com/office/drawing/2014/main" id="{F2F9029A-917B-9D50-116F-48D4F7A8984F}"/>
              </a:ext>
            </a:extLst>
          </p:cNvPr>
          <p:cNvSpPr>
            <a:spLocks noGrp="1"/>
          </p:cNvSpPr>
          <p:nvPr>
            <p:ph type="body" sz="quarter" idx="11"/>
          </p:nvPr>
        </p:nvSpPr>
        <p:spPr>
          <a:xfrm>
            <a:off x="511174" y="1473200"/>
            <a:ext cx="11101708" cy="2216150"/>
          </a:xfrm>
          <a:prstGeom prst="rect">
            <a:avLst/>
          </a:prstGeom>
        </p:spPr>
        <p:txBody>
          <a:bodyPr/>
          <a:lstStyle>
            <a:lvl1pPr marL="0">
              <a:lnSpc>
                <a:spcPct val="125000"/>
              </a:lnSpc>
              <a:spcBef>
                <a:spcPts val="0"/>
              </a:spcBef>
              <a:buNone/>
              <a:defRPr sz="1200"/>
            </a:lvl1pPr>
          </a:lstStyle>
          <a:p>
            <a:pPr lvl="0"/>
            <a:endParaRPr lang="en-GB"/>
          </a:p>
        </p:txBody>
      </p:sp>
      <p:sp>
        <p:nvSpPr>
          <p:cNvPr id="9" name="Text Placeholder 7">
            <a:extLst>
              <a:ext uri="{FF2B5EF4-FFF2-40B4-BE49-F238E27FC236}">
                <a16:creationId xmlns:a16="http://schemas.microsoft.com/office/drawing/2014/main" id="{6E1CCFA5-474B-CCC9-FFE3-EB17C88C6761}"/>
              </a:ext>
            </a:extLst>
          </p:cNvPr>
          <p:cNvSpPr>
            <a:spLocks noGrp="1"/>
          </p:cNvSpPr>
          <p:nvPr>
            <p:ph type="body" sz="quarter" idx="12"/>
          </p:nvPr>
        </p:nvSpPr>
        <p:spPr>
          <a:xfrm>
            <a:off x="4985216" y="3860800"/>
            <a:ext cx="6627666" cy="2675295"/>
          </a:xfrm>
          <a:prstGeom prst="rect">
            <a:avLst/>
          </a:prstGeom>
        </p:spPr>
        <p:txBody>
          <a:bodyPr/>
          <a:lstStyle>
            <a:lvl1pPr marL="0">
              <a:lnSpc>
                <a:spcPct val="125000"/>
              </a:lnSpc>
              <a:spcBef>
                <a:spcPts val="0"/>
              </a:spcBef>
              <a:buNone/>
              <a:defRPr sz="1200"/>
            </a:lvl1pPr>
          </a:lstStyle>
          <a:p>
            <a:pPr lvl="0"/>
            <a:endParaRPr lang="en-GB"/>
          </a:p>
        </p:txBody>
      </p:sp>
      <p:sp>
        <p:nvSpPr>
          <p:cNvPr id="10" name="Text Placeholder 7">
            <a:extLst>
              <a:ext uri="{FF2B5EF4-FFF2-40B4-BE49-F238E27FC236}">
                <a16:creationId xmlns:a16="http://schemas.microsoft.com/office/drawing/2014/main" id="{BB832756-CAE3-9A2C-AE95-8C7E6D2291A4}"/>
              </a:ext>
            </a:extLst>
          </p:cNvPr>
          <p:cNvSpPr>
            <a:spLocks noGrp="1"/>
          </p:cNvSpPr>
          <p:nvPr>
            <p:ph type="body" sz="quarter" idx="13"/>
          </p:nvPr>
        </p:nvSpPr>
        <p:spPr>
          <a:xfrm>
            <a:off x="511175" y="411957"/>
            <a:ext cx="9464098" cy="719137"/>
          </a:xfrm>
          <a:prstGeom prst="rect">
            <a:avLst/>
          </a:prstGeom>
        </p:spPr>
        <p:txBody>
          <a:bodyPr/>
          <a:lstStyle>
            <a:lvl1pPr>
              <a:lnSpc>
                <a:spcPct val="125000"/>
              </a:lnSpc>
              <a:buNone/>
              <a:defRPr sz="4000" b="1">
                <a:solidFill>
                  <a:srgbClr val="0A4873"/>
                </a:solidFill>
              </a:defRPr>
            </a:lvl1pPr>
          </a:lstStyle>
          <a:p>
            <a:pPr lvl="0"/>
            <a:endParaRPr lang="en-GB"/>
          </a:p>
        </p:txBody>
      </p:sp>
    </p:spTree>
    <p:extLst>
      <p:ext uri="{BB962C8B-B14F-4D97-AF65-F5344CB8AC3E}">
        <p14:creationId xmlns:p14="http://schemas.microsoft.com/office/powerpoint/2010/main" val="42508181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35D70DE-07EE-B29F-7F8C-461A9600D476}"/>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9" name="Text Placeholder 7">
            <a:extLst>
              <a:ext uri="{FF2B5EF4-FFF2-40B4-BE49-F238E27FC236}">
                <a16:creationId xmlns:a16="http://schemas.microsoft.com/office/drawing/2014/main" id="{6E1CCFA5-474B-CCC9-FFE3-EB17C88C6761}"/>
              </a:ext>
            </a:extLst>
          </p:cNvPr>
          <p:cNvSpPr>
            <a:spLocks noGrp="1"/>
          </p:cNvSpPr>
          <p:nvPr>
            <p:ph type="body" sz="quarter" idx="12"/>
          </p:nvPr>
        </p:nvSpPr>
        <p:spPr>
          <a:xfrm>
            <a:off x="6400800" y="1344706"/>
            <a:ext cx="5296367" cy="5121539"/>
          </a:xfrm>
          <a:prstGeom prst="rect">
            <a:avLst/>
          </a:prstGeom>
        </p:spPr>
        <p:txBody>
          <a:bodyPr/>
          <a:lstStyle>
            <a:lvl1pPr marL="0" algn="l">
              <a:lnSpc>
                <a:spcPct val="125000"/>
              </a:lnSpc>
              <a:spcBef>
                <a:spcPts val="0"/>
              </a:spcBef>
              <a:buNone/>
              <a:defRPr sz="1200"/>
            </a:lvl1pPr>
          </a:lstStyle>
          <a:p>
            <a:pPr lvl="0"/>
            <a:endParaRPr lang="en-GB"/>
          </a:p>
        </p:txBody>
      </p:sp>
      <p:sp>
        <p:nvSpPr>
          <p:cNvPr id="10" name="Text Placeholder 7">
            <a:extLst>
              <a:ext uri="{FF2B5EF4-FFF2-40B4-BE49-F238E27FC236}">
                <a16:creationId xmlns:a16="http://schemas.microsoft.com/office/drawing/2014/main" id="{BB832756-CAE3-9A2C-AE95-8C7E6D2291A4}"/>
              </a:ext>
            </a:extLst>
          </p:cNvPr>
          <p:cNvSpPr>
            <a:spLocks noGrp="1"/>
          </p:cNvSpPr>
          <p:nvPr>
            <p:ph type="body" sz="quarter" idx="13"/>
          </p:nvPr>
        </p:nvSpPr>
        <p:spPr>
          <a:xfrm>
            <a:off x="494834" y="391755"/>
            <a:ext cx="10048875" cy="719137"/>
          </a:xfrm>
          <a:prstGeom prst="rect">
            <a:avLst/>
          </a:prstGeom>
        </p:spPr>
        <p:txBody>
          <a:bodyPr/>
          <a:lstStyle>
            <a:lvl1pPr>
              <a:lnSpc>
                <a:spcPct val="125000"/>
              </a:lnSpc>
              <a:buNone/>
              <a:defRPr sz="4000" b="1">
                <a:solidFill>
                  <a:srgbClr val="0A4873"/>
                </a:solidFill>
              </a:defRPr>
            </a:lvl1pPr>
          </a:lstStyle>
          <a:p>
            <a:pPr lvl="0"/>
            <a:endParaRPr lang="en-GB"/>
          </a:p>
        </p:txBody>
      </p:sp>
      <p:sp>
        <p:nvSpPr>
          <p:cNvPr id="4" name="Chart Placeholder 3">
            <a:extLst>
              <a:ext uri="{FF2B5EF4-FFF2-40B4-BE49-F238E27FC236}">
                <a16:creationId xmlns:a16="http://schemas.microsoft.com/office/drawing/2014/main" id="{C0721F55-7A25-8450-B445-841DAC73FE7C}"/>
              </a:ext>
            </a:extLst>
          </p:cNvPr>
          <p:cNvSpPr>
            <a:spLocks noGrp="1"/>
          </p:cNvSpPr>
          <p:nvPr>
            <p:ph type="chart" sz="quarter" idx="14"/>
          </p:nvPr>
        </p:nvSpPr>
        <p:spPr>
          <a:xfrm>
            <a:off x="494834" y="1344707"/>
            <a:ext cx="5791666" cy="5121538"/>
          </a:xfrm>
          <a:prstGeom prst="rect">
            <a:avLst/>
          </a:prstGeom>
        </p:spPr>
        <p:txBody>
          <a:bodyPr/>
          <a:lstStyle/>
          <a:p>
            <a:endParaRPr lang="en-GB"/>
          </a:p>
        </p:txBody>
      </p:sp>
    </p:spTree>
    <p:extLst>
      <p:ext uri="{BB962C8B-B14F-4D97-AF65-F5344CB8AC3E}">
        <p14:creationId xmlns:p14="http://schemas.microsoft.com/office/powerpoint/2010/main" val="18820919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8_Title Slid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29FC642-F31B-C59F-05F0-79828CCB87F5}"/>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9" name="Text Placeholder 7">
            <a:extLst>
              <a:ext uri="{FF2B5EF4-FFF2-40B4-BE49-F238E27FC236}">
                <a16:creationId xmlns:a16="http://schemas.microsoft.com/office/drawing/2014/main" id="{6E1CCFA5-474B-CCC9-FFE3-EB17C88C6761}"/>
              </a:ext>
            </a:extLst>
          </p:cNvPr>
          <p:cNvSpPr>
            <a:spLocks noGrp="1"/>
          </p:cNvSpPr>
          <p:nvPr>
            <p:ph type="body" sz="quarter" idx="12"/>
          </p:nvPr>
        </p:nvSpPr>
        <p:spPr>
          <a:xfrm>
            <a:off x="494834" y="1386542"/>
            <a:ext cx="11202333" cy="5079704"/>
          </a:xfrm>
          <a:prstGeom prst="rect">
            <a:avLst/>
          </a:prstGeom>
        </p:spPr>
        <p:txBody>
          <a:bodyPr/>
          <a:lstStyle>
            <a:lvl1pPr marL="0" algn="l">
              <a:lnSpc>
                <a:spcPct val="125000"/>
              </a:lnSpc>
              <a:spcBef>
                <a:spcPts val="0"/>
              </a:spcBef>
              <a:buNone/>
              <a:defRPr sz="1200"/>
            </a:lvl1pPr>
          </a:lstStyle>
          <a:p>
            <a:pPr lvl="0"/>
            <a:endParaRPr lang="en-GB"/>
          </a:p>
        </p:txBody>
      </p:sp>
      <p:sp>
        <p:nvSpPr>
          <p:cNvPr id="10" name="Text Placeholder 7">
            <a:extLst>
              <a:ext uri="{FF2B5EF4-FFF2-40B4-BE49-F238E27FC236}">
                <a16:creationId xmlns:a16="http://schemas.microsoft.com/office/drawing/2014/main" id="{BB832756-CAE3-9A2C-AE95-8C7E6D2291A4}"/>
              </a:ext>
            </a:extLst>
          </p:cNvPr>
          <p:cNvSpPr>
            <a:spLocks noGrp="1"/>
          </p:cNvSpPr>
          <p:nvPr>
            <p:ph type="body" sz="quarter" idx="13"/>
          </p:nvPr>
        </p:nvSpPr>
        <p:spPr>
          <a:xfrm>
            <a:off x="494834" y="391755"/>
            <a:ext cx="10048875" cy="719137"/>
          </a:xfrm>
          <a:prstGeom prst="rect">
            <a:avLst/>
          </a:prstGeom>
        </p:spPr>
        <p:txBody>
          <a:bodyPr/>
          <a:lstStyle>
            <a:lvl1pPr>
              <a:lnSpc>
                <a:spcPct val="125000"/>
              </a:lnSpc>
              <a:buNone/>
              <a:defRPr sz="4000" b="1">
                <a:solidFill>
                  <a:srgbClr val="0A4873"/>
                </a:solidFill>
              </a:defRPr>
            </a:lvl1pPr>
          </a:lstStyle>
          <a:p>
            <a:pPr lvl="0"/>
            <a:endParaRPr lang="en-GB"/>
          </a:p>
        </p:txBody>
      </p:sp>
    </p:spTree>
    <p:extLst>
      <p:ext uri="{BB962C8B-B14F-4D97-AF65-F5344CB8AC3E}">
        <p14:creationId xmlns:p14="http://schemas.microsoft.com/office/powerpoint/2010/main" val="11528703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5_Title Slide">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67B272C-2F27-29F9-29FD-7DB9A33BA8D4}"/>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9" name="Text Placeholder 7">
            <a:extLst>
              <a:ext uri="{FF2B5EF4-FFF2-40B4-BE49-F238E27FC236}">
                <a16:creationId xmlns:a16="http://schemas.microsoft.com/office/drawing/2014/main" id="{6E1CCFA5-474B-CCC9-FFE3-EB17C88C6761}"/>
              </a:ext>
            </a:extLst>
          </p:cNvPr>
          <p:cNvSpPr>
            <a:spLocks noGrp="1"/>
          </p:cNvSpPr>
          <p:nvPr>
            <p:ph type="body" sz="quarter" idx="12"/>
          </p:nvPr>
        </p:nvSpPr>
        <p:spPr>
          <a:xfrm>
            <a:off x="494834" y="1368613"/>
            <a:ext cx="5296367" cy="5217162"/>
          </a:xfrm>
          <a:prstGeom prst="rect">
            <a:avLst/>
          </a:prstGeom>
        </p:spPr>
        <p:txBody>
          <a:bodyPr/>
          <a:lstStyle>
            <a:lvl1pPr marL="0">
              <a:lnSpc>
                <a:spcPct val="125000"/>
              </a:lnSpc>
              <a:spcBef>
                <a:spcPts val="0"/>
              </a:spcBef>
              <a:buNone/>
              <a:defRPr sz="1200"/>
            </a:lvl1pPr>
          </a:lstStyle>
          <a:p>
            <a:pPr lvl="0"/>
            <a:endParaRPr lang="en-GB"/>
          </a:p>
        </p:txBody>
      </p:sp>
      <p:sp>
        <p:nvSpPr>
          <p:cNvPr id="10" name="Text Placeholder 7">
            <a:extLst>
              <a:ext uri="{FF2B5EF4-FFF2-40B4-BE49-F238E27FC236}">
                <a16:creationId xmlns:a16="http://schemas.microsoft.com/office/drawing/2014/main" id="{BB832756-CAE3-9A2C-AE95-8C7E6D2291A4}"/>
              </a:ext>
            </a:extLst>
          </p:cNvPr>
          <p:cNvSpPr>
            <a:spLocks noGrp="1"/>
          </p:cNvSpPr>
          <p:nvPr>
            <p:ph type="body" sz="quarter" idx="13"/>
          </p:nvPr>
        </p:nvSpPr>
        <p:spPr>
          <a:xfrm>
            <a:off x="494834" y="391755"/>
            <a:ext cx="10048875" cy="719137"/>
          </a:xfrm>
          <a:prstGeom prst="rect">
            <a:avLst/>
          </a:prstGeom>
        </p:spPr>
        <p:txBody>
          <a:bodyPr/>
          <a:lstStyle>
            <a:lvl1pPr>
              <a:lnSpc>
                <a:spcPct val="125000"/>
              </a:lnSpc>
              <a:buNone/>
              <a:defRPr sz="4000" b="1">
                <a:solidFill>
                  <a:srgbClr val="0A4873"/>
                </a:solidFill>
              </a:defRPr>
            </a:lvl1pPr>
          </a:lstStyle>
          <a:p>
            <a:pPr lvl="0"/>
            <a:endParaRPr lang="en-GB"/>
          </a:p>
        </p:txBody>
      </p:sp>
      <p:sp>
        <p:nvSpPr>
          <p:cNvPr id="4" name="Chart Placeholder 3">
            <a:extLst>
              <a:ext uri="{FF2B5EF4-FFF2-40B4-BE49-F238E27FC236}">
                <a16:creationId xmlns:a16="http://schemas.microsoft.com/office/drawing/2014/main" id="{C0721F55-7A25-8450-B445-841DAC73FE7C}"/>
              </a:ext>
            </a:extLst>
          </p:cNvPr>
          <p:cNvSpPr>
            <a:spLocks noGrp="1"/>
          </p:cNvSpPr>
          <p:nvPr>
            <p:ph type="chart" sz="quarter" idx="14"/>
          </p:nvPr>
        </p:nvSpPr>
        <p:spPr>
          <a:xfrm>
            <a:off x="5993653" y="1368612"/>
            <a:ext cx="5791666" cy="5217161"/>
          </a:xfrm>
          <a:prstGeom prst="rect">
            <a:avLst/>
          </a:prstGeom>
        </p:spPr>
        <p:txBody>
          <a:bodyPr/>
          <a:lstStyle/>
          <a:p>
            <a:endParaRPr lang="en-GB"/>
          </a:p>
        </p:txBody>
      </p:sp>
    </p:spTree>
    <p:extLst>
      <p:ext uri="{BB962C8B-B14F-4D97-AF65-F5344CB8AC3E}">
        <p14:creationId xmlns:p14="http://schemas.microsoft.com/office/powerpoint/2010/main" val="36579499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8_Title and Content">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2EE0476-4211-70BA-EA70-B9F9F5341755}"/>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Text Placeholder 7">
            <a:extLst>
              <a:ext uri="{FF2B5EF4-FFF2-40B4-BE49-F238E27FC236}">
                <a16:creationId xmlns:a16="http://schemas.microsoft.com/office/drawing/2014/main" id="{3F287942-67FA-F0FD-4BBE-ADAD77DACD45}"/>
              </a:ext>
            </a:extLst>
          </p:cNvPr>
          <p:cNvSpPr>
            <a:spLocks noGrp="1"/>
          </p:cNvSpPr>
          <p:nvPr>
            <p:ph type="body" sz="quarter" idx="12"/>
          </p:nvPr>
        </p:nvSpPr>
        <p:spPr>
          <a:xfrm>
            <a:off x="6519585" y="4565650"/>
            <a:ext cx="5035550" cy="2139950"/>
          </a:xfrm>
          <a:prstGeom prst="rect">
            <a:avLst/>
          </a:prstGeom>
        </p:spPr>
        <p:txBody>
          <a:bodyPr/>
          <a:lstStyle>
            <a:lvl1pPr marL="0" indent="0">
              <a:lnSpc>
                <a:spcPct val="125000"/>
              </a:lnSpc>
              <a:spcBef>
                <a:spcPts val="0"/>
              </a:spcBef>
              <a:buNone/>
              <a:defRPr sz="1200"/>
            </a:lvl1pPr>
          </a:lstStyle>
          <a:p>
            <a:pPr lvl="0"/>
            <a:endParaRPr lang="en-GB"/>
          </a:p>
        </p:txBody>
      </p:sp>
      <p:sp>
        <p:nvSpPr>
          <p:cNvPr id="15" name="Text Placeholder 7">
            <a:extLst>
              <a:ext uri="{FF2B5EF4-FFF2-40B4-BE49-F238E27FC236}">
                <a16:creationId xmlns:a16="http://schemas.microsoft.com/office/drawing/2014/main" id="{0D633268-08B9-2D0E-C366-887677A93D5B}"/>
              </a:ext>
            </a:extLst>
          </p:cNvPr>
          <p:cNvSpPr>
            <a:spLocks noGrp="1"/>
          </p:cNvSpPr>
          <p:nvPr>
            <p:ph type="body" sz="quarter" idx="14"/>
          </p:nvPr>
        </p:nvSpPr>
        <p:spPr>
          <a:xfrm>
            <a:off x="6515100" y="1828640"/>
            <a:ext cx="5035550" cy="2253814"/>
          </a:xfrm>
          <a:prstGeom prst="rect">
            <a:avLst/>
          </a:prstGeom>
        </p:spPr>
        <p:txBody>
          <a:bodyPr/>
          <a:lstStyle>
            <a:lvl1pPr marL="0" indent="0">
              <a:lnSpc>
                <a:spcPct val="125000"/>
              </a:lnSpc>
              <a:spcBef>
                <a:spcPts val="0"/>
              </a:spcBef>
              <a:buNone/>
              <a:defRPr sz="1200"/>
            </a:lvl1pPr>
          </a:lstStyle>
          <a:p>
            <a:pPr lvl="0"/>
            <a:endParaRPr lang="en-GB"/>
          </a:p>
        </p:txBody>
      </p:sp>
      <p:sp>
        <p:nvSpPr>
          <p:cNvPr id="16" name="Text Placeholder 7">
            <a:extLst>
              <a:ext uri="{FF2B5EF4-FFF2-40B4-BE49-F238E27FC236}">
                <a16:creationId xmlns:a16="http://schemas.microsoft.com/office/drawing/2014/main" id="{CAB021FA-E6AE-808E-9889-1D32A753E79F}"/>
              </a:ext>
            </a:extLst>
          </p:cNvPr>
          <p:cNvSpPr>
            <a:spLocks noGrp="1"/>
          </p:cNvSpPr>
          <p:nvPr>
            <p:ph type="body" sz="quarter" idx="15"/>
          </p:nvPr>
        </p:nvSpPr>
        <p:spPr>
          <a:xfrm>
            <a:off x="990599" y="4565650"/>
            <a:ext cx="5035550" cy="2139950"/>
          </a:xfrm>
          <a:prstGeom prst="rect">
            <a:avLst/>
          </a:prstGeom>
        </p:spPr>
        <p:txBody>
          <a:bodyPr/>
          <a:lstStyle>
            <a:lvl1pPr marL="0" indent="0">
              <a:lnSpc>
                <a:spcPct val="125000"/>
              </a:lnSpc>
              <a:spcBef>
                <a:spcPts val="0"/>
              </a:spcBef>
              <a:buNone/>
              <a:defRPr sz="1200"/>
            </a:lvl1pPr>
          </a:lstStyle>
          <a:p>
            <a:pPr lvl="0"/>
            <a:endParaRPr lang="en-GB"/>
          </a:p>
        </p:txBody>
      </p:sp>
      <p:sp>
        <p:nvSpPr>
          <p:cNvPr id="17" name="Text Placeholder 7">
            <a:extLst>
              <a:ext uri="{FF2B5EF4-FFF2-40B4-BE49-F238E27FC236}">
                <a16:creationId xmlns:a16="http://schemas.microsoft.com/office/drawing/2014/main" id="{A7A6104A-90F2-B6EF-9EAA-82EFA3EA2FB0}"/>
              </a:ext>
            </a:extLst>
          </p:cNvPr>
          <p:cNvSpPr>
            <a:spLocks noGrp="1"/>
          </p:cNvSpPr>
          <p:nvPr>
            <p:ph type="body" sz="quarter" idx="16"/>
          </p:nvPr>
        </p:nvSpPr>
        <p:spPr>
          <a:xfrm>
            <a:off x="990599" y="1828640"/>
            <a:ext cx="5035550" cy="2253814"/>
          </a:xfrm>
          <a:prstGeom prst="rect">
            <a:avLst/>
          </a:prstGeom>
        </p:spPr>
        <p:txBody>
          <a:bodyPr/>
          <a:lstStyle>
            <a:lvl1pPr marL="0" indent="0">
              <a:lnSpc>
                <a:spcPct val="125000"/>
              </a:lnSpc>
              <a:spcBef>
                <a:spcPts val="0"/>
              </a:spcBef>
              <a:buNone/>
              <a:defRPr sz="1200"/>
            </a:lvl1pPr>
          </a:lstStyle>
          <a:p>
            <a:pPr lvl="0"/>
            <a:endParaRPr lang="en-GB"/>
          </a:p>
        </p:txBody>
      </p:sp>
      <p:sp>
        <p:nvSpPr>
          <p:cNvPr id="18" name="Text Placeholder 7">
            <a:extLst>
              <a:ext uri="{FF2B5EF4-FFF2-40B4-BE49-F238E27FC236}">
                <a16:creationId xmlns:a16="http://schemas.microsoft.com/office/drawing/2014/main" id="{08162926-956C-1961-AF05-0F3E3A6ADB7E}"/>
              </a:ext>
            </a:extLst>
          </p:cNvPr>
          <p:cNvSpPr>
            <a:spLocks noGrp="1"/>
          </p:cNvSpPr>
          <p:nvPr>
            <p:ph type="body" sz="quarter" idx="17"/>
          </p:nvPr>
        </p:nvSpPr>
        <p:spPr>
          <a:xfrm>
            <a:off x="990599" y="1395070"/>
            <a:ext cx="5035550" cy="369332"/>
          </a:xfrm>
          <a:prstGeom prst="rect">
            <a:avLst/>
          </a:prstGeom>
        </p:spPr>
        <p:txBody>
          <a:bodyPr/>
          <a:lstStyle>
            <a:lvl1pPr marL="0" indent="0">
              <a:lnSpc>
                <a:spcPct val="125000"/>
              </a:lnSpc>
              <a:spcBef>
                <a:spcPts val="0"/>
              </a:spcBef>
              <a:buNone/>
              <a:defRPr sz="1800" b="1">
                <a:solidFill>
                  <a:srgbClr val="BB1C73"/>
                </a:solidFill>
              </a:defRPr>
            </a:lvl1pPr>
          </a:lstStyle>
          <a:p>
            <a:pPr lvl="0"/>
            <a:endParaRPr lang="en-GB"/>
          </a:p>
        </p:txBody>
      </p:sp>
      <p:sp>
        <p:nvSpPr>
          <p:cNvPr id="19" name="Text Placeholder 7">
            <a:extLst>
              <a:ext uri="{FF2B5EF4-FFF2-40B4-BE49-F238E27FC236}">
                <a16:creationId xmlns:a16="http://schemas.microsoft.com/office/drawing/2014/main" id="{6B5500DA-695C-645A-C0FC-6CC69F5A0A89}"/>
              </a:ext>
            </a:extLst>
          </p:cNvPr>
          <p:cNvSpPr>
            <a:spLocks noGrp="1"/>
          </p:cNvSpPr>
          <p:nvPr>
            <p:ph type="body" sz="quarter" idx="18"/>
          </p:nvPr>
        </p:nvSpPr>
        <p:spPr>
          <a:xfrm>
            <a:off x="6515101" y="1395070"/>
            <a:ext cx="5035550" cy="369332"/>
          </a:xfrm>
          <a:prstGeom prst="rect">
            <a:avLst/>
          </a:prstGeom>
        </p:spPr>
        <p:txBody>
          <a:bodyPr/>
          <a:lstStyle>
            <a:lvl1pPr marL="0" indent="0">
              <a:lnSpc>
                <a:spcPct val="125000"/>
              </a:lnSpc>
              <a:spcBef>
                <a:spcPts val="0"/>
              </a:spcBef>
              <a:buNone/>
              <a:defRPr sz="1800" b="1">
                <a:solidFill>
                  <a:srgbClr val="BB1C73"/>
                </a:solidFill>
              </a:defRPr>
            </a:lvl1pPr>
          </a:lstStyle>
          <a:p>
            <a:pPr lvl="0"/>
            <a:endParaRPr lang="en-GB"/>
          </a:p>
        </p:txBody>
      </p:sp>
      <p:sp>
        <p:nvSpPr>
          <p:cNvPr id="20" name="Text Placeholder 7">
            <a:extLst>
              <a:ext uri="{FF2B5EF4-FFF2-40B4-BE49-F238E27FC236}">
                <a16:creationId xmlns:a16="http://schemas.microsoft.com/office/drawing/2014/main" id="{F77AB940-F575-FB02-4067-934E5A1E6B96}"/>
              </a:ext>
            </a:extLst>
          </p:cNvPr>
          <p:cNvSpPr>
            <a:spLocks noGrp="1"/>
          </p:cNvSpPr>
          <p:nvPr>
            <p:ph type="body" sz="quarter" idx="19"/>
          </p:nvPr>
        </p:nvSpPr>
        <p:spPr>
          <a:xfrm>
            <a:off x="990599" y="4134126"/>
            <a:ext cx="5035550" cy="369332"/>
          </a:xfrm>
          <a:prstGeom prst="rect">
            <a:avLst/>
          </a:prstGeom>
        </p:spPr>
        <p:txBody>
          <a:bodyPr/>
          <a:lstStyle>
            <a:lvl1pPr marL="0" indent="0">
              <a:lnSpc>
                <a:spcPct val="125000"/>
              </a:lnSpc>
              <a:spcBef>
                <a:spcPts val="0"/>
              </a:spcBef>
              <a:buNone/>
              <a:defRPr sz="1800" b="1">
                <a:solidFill>
                  <a:srgbClr val="BB1C73"/>
                </a:solidFill>
              </a:defRPr>
            </a:lvl1pPr>
          </a:lstStyle>
          <a:p>
            <a:pPr lvl="0"/>
            <a:endParaRPr lang="en-GB"/>
          </a:p>
        </p:txBody>
      </p:sp>
      <p:sp>
        <p:nvSpPr>
          <p:cNvPr id="21" name="Text Placeholder 7">
            <a:extLst>
              <a:ext uri="{FF2B5EF4-FFF2-40B4-BE49-F238E27FC236}">
                <a16:creationId xmlns:a16="http://schemas.microsoft.com/office/drawing/2014/main" id="{B4710609-5077-00B2-5806-FE592C6F0EC5}"/>
              </a:ext>
            </a:extLst>
          </p:cNvPr>
          <p:cNvSpPr>
            <a:spLocks noGrp="1"/>
          </p:cNvSpPr>
          <p:nvPr>
            <p:ph type="body" sz="quarter" idx="20"/>
          </p:nvPr>
        </p:nvSpPr>
        <p:spPr>
          <a:xfrm>
            <a:off x="6515099" y="4133581"/>
            <a:ext cx="5035550" cy="369332"/>
          </a:xfrm>
          <a:prstGeom prst="rect">
            <a:avLst/>
          </a:prstGeom>
        </p:spPr>
        <p:txBody>
          <a:bodyPr/>
          <a:lstStyle>
            <a:lvl1pPr marL="0" indent="0">
              <a:lnSpc>
                <a:spcPct val="125000"/>
              </a:lnSpc>
              <a:spcBef>
                <a:spcPts val="0"/>
              </a:spcBef>
              <a:buNone/>
              <a:defRPr sz="1800" b="1">
                <a:solidFill>
                  <a:srgbClr val="BB1C73"/>
                </a:solidFill>
              </a:defRPr>
            </a:lvl1pPr>
          </a:lstStyle>
          <a:p>
            <a:pPr lvl="0"/>
            <a:endParaRPr lang="en-GB"/>
          </a:p>
        </p:txBody>
      </p:sp>
      <p:sp>
        <p:nvSpPr>
          <p:cNvPr id="6" name="Text Placeholder 7">
            <a:extLst>
              <a:ext uri="{FF2B5EF4-FFF2-40B4-BE49-F238E27FC236}">
                <a16:creationId xmlns:a16="http://schemas.microsoft.com/office/drawing/2014/main" id="{75A81195-326C-7139-9C27-14139F927FC5}"/>
              </a:ext>
            </a:extLst>
          </p:cNvPr>
          <p:cNvSpPr>
            <a:spLocks noGrp="1"/>
          </p:cNvSpPr>
          <p:nvPr>
            <p:ph type="body" sz="quarter" idx="13"/>
          </p:nvPr>
        </p:nvSpPr>
        <p:spPr>
          <a:xfrm>
            <a:off x="494834" y="391755"/>
            <a:ext cx="10048875" cy="719137"/>
          </a:xfrm>
          <a:prstGeom prst="rect">
            <a:avLst/>
          </a:prstGeom>
        </p:spPr>
        <p:txBody>
          <a:bodyPr/>
          <a:lstStyle>
            <a:lvl1pPr>
              <a:lnSpc>
                <a:spcPct val="125000"/>
              </a:lnSpc>
              <a:buNone/>
              <a:defRPr sz="4000" b="1">
                <a:solidFill>
                  <a:srgbClr val="0A4873"/>
                </a:solidFill>
              </a:defRPr>
            </a:lvl1pPr>
          </a:lstStyle>
          <a:p>
            <a:pPr lvl="0"/>
            <a:endParaRPr lang="en-GB"/>
          </a:p>
        </p:txBody>
      </p:sp>
    </p:spTree>
    <p:extLst>
      <p:ext uri="{BB962C8B-B14F-4D97-AF65-F5344CB8AC3E}">
        <p14:creationId xmlns:p14="http://schemas.microsoft.com/office/powerpoint/2010/main" val="30102823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5_Title and Content">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C0D8E746-F37B-EFD3-8C7E-92B91C3D395E}"/>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Text Placeholder 7">
            <a:extLst>
              <a:ext uri="{FF2B5EF4-FFF2-40B4-BE49-F238E27FC236}">
                <a16:creationId xmlns:a16="http://schemas.microsoft.com/office/drawing/2014/main" id="{2603E4BC-322E-D561-FDDA-5DFC4898271A}"/>
              </a:ext>
            </a:extLst>
          </p:cNvPr>
          <p:cNvSpPr>
            <a:spLocks noGrp="1"/>
          </p:cNvSpPr>
          <p:nvPr>
            <p:ph type="body" sz="quarter" idx="16"/>
          </p:nvPr>
        </p:nvSpPr>
        <p:spPr>
          <a:xfrm>
            <a:off x="542926" y="1847690"/>
            <a:ext cx="4778376" cy="4642803"/>
          </a:xfrm>
          <a:prstGeom prst="rect">
            <a:avLst/>
          </a:prstGeom>
        </p:spPr>
        <p:txBody>
          <a:bodyPr/>
          <a:lstStyle>
            <a:lvl1pPr marL="0" indent="0">
              <a:lnSpc>
                <a:spcPct val="125000"/>
              </a:lnSpc>
              <a:spcBef>
                <a:spcPts val="0"/>
              </a:spcBef>
              <a:buFont typeface="Arial" panose="020B0604020202020204" pitchFamily="34" charset="0"/>
              <a:buChar char="•"/>
              <a:defRPr sz="1200"/>
            </a:lvl1pPr>
          </a:lstStyle>
          <a:p>
            <a:pPr lvl="0"/>
            <a:endParaRPr lang="en-GB"/>
          </a:p>
        </p:txBody>
      </p:sp>
      <p:sp>
        <p:nvSpPr>
          <p:cNvPr id="5" name="Text Placeholder 7">
            <a:extLst>
              <a:ext uri="{FF2B5EF4-FFF2-40B4-BE49-F238E27FC236}">
                <a16:creationId xmlns:a16="http://schemas.microsoft.com/office/drawing/2014/main" id="{9A99B4D1-0667-3640-E092-3586CAA2094C}"/>
              </a:ext>
            </a:extLst>
          </p:cNvPr>
          <p:cNvSpPr>
            <a:spLocks noGrp="1"/>
          </p:cNvSpPr>
          <p:nvPr>
            <p:ph type="body" sz="quarter" idx="17"/>
          </p:nvPr>
        </p:nvSpPr>
        <p:spPr>
          <a:xfrm>
            <a:off x="6378575" y="1847689"/>
            <a:ext cx="4778376" cy="4642803"/>
          </a:xfrm>
          <a:prstGeom prst="rect">
            <a:avLst/>
          </a:prstGeom>
        </p:spPr>
        <p:txBody>
          <a:bodyPr/>
          <a:lstStyle>
            <a:lvl1pPr marL="0" indent="0">
              <a:lnSpc>
                <a:spcPct val="125000"/>
              </a:lnSpc>
              <a:spcBef>
                <a:spcPts val="0"/>
              </a:spcBef>
              <a:buFont typeface="Arial" panose="020B0604020202020204" pitchFamily="34" charset="0"/>
              <a:buChar char="•"/>
              <a:defRPr sz="1200"/>
            </a:lvl1pPr>
          </a:lstStyle>
          <a:p>
            <a:pPr lvl="0"/>
            <a:endParaRPr lang="en-GB"/>
          </a:p>
        </p:txBody>
      </p:sp>
      <p:sp>
        <p:nvSpPr>
          <p:cNvPr id="7" name="Text Placeholder 7">
            <a:extLst>
              <a:ext uri="{FF2B5EF4-FFF2-40B4-BE49-F238E27FC236}">
                <a16:creationId xmlns:a16="http://schemas.microsoft.com/office/drawing/2014/main" id="{C2A26290-B063-E1A0-9139-85CD42DE873A}"/>
              </a:ext>
            </a:extLst>
          </p:cNvPr>
          <p:cNvSpPr>
            <a:spLocks noGrp="1"/>
          </p:cNvSpPr>
          <p:nvPr>
            <p:ph type="body" sz="quarter" idx="13"/>
          </p:nvPr>
        </p:nvSpPr>
        <p:spPr>
          <a:xfrm>
            <a:off x="542925" y="367507"/>
            <a:ext cx="10048875" cy="719137"/>
          </a:xfrm>
          <a:prstGeom prst="rect">
            <a:avLst/>
          </a:prstGeom>
        </p:spPr>
        <p:txBody>
          <a:bodyPr/>
          <a:lstStyle>
            <a:lvl1pPr>
              <a:lnSpc>
                <a:spcPct val="125000"/>
              </a:lnSpc>
              <a:buNone/>
              <a:defRPr sz="4000" b="1">
                <a:solidFill>
                  <a:srgbClr val="0A4873"/>
                </a:solidFill>
              </a:defRPr>
            </a:lvl1pPr>
          </a:lstStyle>
          <a:p>
            <a:pPr lvl="0"/>
            <a:endParaRPr lang="en-GB"/>
          </a:p>
        </p:txBody>
      </p:sp>
      <p:sp>
        <p:nvSpPr>
          <p:cNvPr id="8" name="Text Placeholder 7">
            <a:extLst>
              <a:ext uri="{FF2B5EF4-FFF2-40B4-BE49-F238E27FC236}">
                <a16:creationId xmlns:a16="http://schemas.microsoft.com/office/drawing/2014/main" id="{4475382D-ECAE-2832-97F2-09AB89B85C6C}"/>
              </a:ext>
            </a:extLst>
          </p:cNvPr>
          <p:cNvSpPr>
            <a:spLocks noGrp="1"/>
          </p:cNvSpPr>
          <p:nvPr>
            <p:ph type="body" sz="quarter" idx="18"/>
          </p:nvPr>
        </p:nvSpPr>
        <p:spPr>
          <a:xfrm>
            <a:off x="542926" y="1413435"/>
            <a:ext cx="4778376" cy="369332"/>
          </a:xfrm>
          <a:prstGeom prst="rect">
            <a:avLst/>
          </a:prstGeom>
        </p:spPr>
        <p:txBody>
          <a:bodyPr/>
          <a:lstStyle>
            <a:lvl1pPr marL="0" indent="0">
              <a:lnSpc>
                <a:spcPct val="125000"/>
              </a:lnSpc>
              <a:spcBef>
                <a:spcPts val="0"/>
              </a:spcBef>
              <a:buNone/>
              <a:defRPr sz="1800" b="1">
                <a:solidFill>
                  <a:srgbClr val="BB1C73"/>
                </a:solidFill>
              </a:defRPr>
            </a:lvl1pPr>
          </a:lstStyle>
          <a:p>
            <a:pPr lvl="0"/>
            <a:endParaRPr lang="en-GB"/>
          </a:p>
        </p:txBody>
      </p:sp>
      <p:sp>
        <p:nvSpPr>
          <p:cNvPr id="12" name="Text Placeholder 7">
            <a:extLst>
              <a:ext uri="{FF2B5EF4-FFF2-40B4-BE49-F238E27FC236}">
                <a16:creationId xmlns:a16="http://schemas.microsoft.com/office/drawing/2014/main" id="{0BB73538-A741-BC47-7164-E53D1BC2B0B2}"/>
              </a:ext>
            </a:extLst>
          </p:cNvPr>
          <p:cNvSpPr>
            <a:spLocks noGrp="1"/>
          </p:cNvSpPr>
          <p:nvPr>
            <p:ph type="body" sz="quarter" idx="19"/>
          </p:nvPr>
        </p:nvSpPr>
        <p:spPr>
          <a:xfrm>
            <a:off x="6378575" y="1413435"/>
            <a:ext cx="4778376" cy="369332"/>
          </a:xfrm>
          <a:prstGeom prst="rect">
            <a:avLst/>
          </a:prstGeom>
        </p:spPr>
        <p:txBody>
          <a:bodyPr/>
          <a:lstStyle>
            <a:lvl1pPr marL="0" indent="0">
              <a:lnSpc>
                <a:spcPct val="125000"/>
              </a:lnSpc>
              <a:spcBef>
                <a:spcPts val="0"/>
              </a:spcBef>
              <a:buNone/>
              <a:defRPr sz="1800" b="1">
                <a:solidFill>
                  <a:srgbClr val="BB1C73"/>
                </a:solidFill>
              </a:defRPr>
            </a:lvl1pPr>
          </a:lstStyle>
          <a:p>
            <a:pPr lvl="0"/>
            <a:endParaRPr lang="en-GB"/>
          </a:p>
        </p:txBody>
      </p:sp>
    </p:spTree>
    <p:extLst>
      <p:ext uri="{BB962C8B-B14F-4D97-AF65-F5344CB8AC3E}">
        <p14:creationId xmlns:p14="http://schemas.microsoft.com/office/powerpoint/2010/main" val="13320107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55F0036-E984-2506-9A02-01BFCDACCA6C}"/>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3" name="Rectangle 12">
            <a:extLst>
              <a:ext uri="{FF2B5EF4-FFF2-40B4-BE49-F238E27FC236}">
                <a16:creationId xmlns:a16="http://schemas.microsoft.com/office/drawing/2014/main" id="{CCFC4BDF-9C8D-BFD3-432C-2D0552C8F365}"/>
              </a:ext>
            </a:extLst>
          </p:cNvPr>
          <p:cNvSpPr/>
          <p:nvPr userDrawn="1"/>
        </p:nvSpPr>
        <p:spPr>
          <a:xfrm>
            <a:off x="0" y="0"/>
            <a:ext cx="1261035" cy="6858000"/>
          </a:xfrm>
          <a:prstGeom prst="rect">
            <a:avLst/>
          </a:prstGeom>
          <a:gradFill flip="none" rotWithShape="1">
            <a:gsLst>
              <a:gs pos="0">
                <a:srgbClr val="0A4873"/>
              </a:gs>
              <a:gs pos="48000">
                <a:schemeClr val="accent1">
                  <a:shade val="67500"/>
                  <a:satMod val="115000"/>
                </a:schemeClr>
              </a:gs>
              <a:gs pos="100000">
                <a:schemeClr val="accent1">
                  <a:shade val="100000"/>
                  <a:satMod val="115000"/>
                </a:schemeClr>
              </a:gs>
            </a:gsLst>
            <a:lin ang="135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rgbClr val="0A4873"/>
              </a:solidFill>
            </a:endParaRPr>
          </a:p>
        </p:txBody>
      </p:sp>
      <p:sp>
        <p:nvSpPr>
          <p:cNvPr id="2" name="Picture Placeholder 7">
            <a:extLst>
              <a:ext uri="{FF2B5EF4-FFF2-40B4-BE49-F238E27FC236}">
                <a16:creationId xmlns:a16="http://schemas.microsoft.com/office/drawing/2014/main" id="{FE967D57-4361-154E-594D-B57E7D2E3132}"/>
              </a:ext>
            </a:extLst>
          </p:cNvPr>
          <p:cNvSpPr>
            <a:spLocks noGrp="1"/>
          </p:cNvSpPr>
          <p:nvPr>
            <p:ph type="pic" sz="quarter" idx="10"/>
          </p:nvPr>
        </p:nvSpPr>
        <p:spPr>
          <a:xfrm>
            <a:off x="1485900" y="3790950"/>
            <a:ext cx="4436782" cy="2675295"/>
          </a:xfrm>
          <a:prstGeom prst="rect">
            <a:avLst/>
          </a:prstGeom>
        </p:spPr>
        <p:txBody>
          <a:bodyPr/>
          <a:lstStyle/>
          <a:p>
            <a:r>
              <a:rPr lang="en-US"/>
              <a:t>Click icon to add picture</a:t>
            </a:r>
            <a:endParaRPr lang="en-GB"/>
          </a:p>
        </p:txBody>
      </p:sp>
      <p:sp>
        <p:nvSpPr>
          <p:cNvPr id="8" name="Text Placeholder 7">
            <a:extLst>
              <a:ext uri="{FF2B5EF4-FFF2-40B4-BE49-F238E27FC236}">
                <a16:creationId xmlns:a16="http://schemas.microsoft.com/office/drawing/2014/main" id="{F2F9029A-917B-9D50-116F-48D4F7A8984F}"/>
              </a:ext>
            </a:extLst>
          </p:cNvPr>
          <p:cNvSpPr>
            <a:spLocks noGrp="1"/>
          </p:cNvSpPr>
          <p:nvPr>
            <p:ph type="body" sz="quarter" idx="11"/>
          </p:nvPr>
        </p:nvSpPr>
        <p:spPr>
          <a:xfrm>
            <a:off x="1485900" y="1403350"/>
            <a:ext cx="10211267" cy="2216150"/>
          </a:xfrm>
          <a:prstGeom prst="rect">
            <a:avLst/>
          </a:prstGeom>
        </p:spPr>
        <p:txBody>
          <a:bodyPr/>
          <a:lstStyle>
            <a:lvl1pPr marL="0">
              <a:lnSpc>
                <a:spcPct val="125000"/>
              </a:lnSpc>
              <a:spcBef>
                <a:spcPts val="0"/>
              </a:spcBef>
              <a:buNone/>
              <a:defRPr sz="1200"/>
            </a:lvl1pPr>
          </a:lstStyle>
          <a:p>
            <a:pPr lvl="0"/>
            <a:endParaRPr lang="en-GB"/>
          </a:p>
        </p:txBody>
      </p:sp>
      <p:sp>
        <p:nvSpPr>
          <p:cNvPr id="9" name="Text Placeholder 7">
            <a:extLst>
              <a:ext uri="{FF2B5EF4-FFF2-40B4-BE49-F238E27FC236}">
                <a16:creationId xmlns:a16="http://schemas.microsoft.com/office/drawing/2014/main" id="{6E1CCFA5-474B-CCC9-FFE3-EB17C88C6761}"/>
              </a:ext>
            </a:extLst>
          </p:cNvPr>
          <p:cNvSpPr>
            <a:spLocks noGrp="1"/>
          </p:cNvSpPr>
          <p:nvPr>
            <p:ph type="body" sz="quarter" idx="12"/>
          </p:nvPr>
        </p:nvSpPr>
        <p:spPr>
          <a:xfrm>
            <a:off x="6109167" y="3790950"/>
            <a:ext cx="5588000" cy="2675295"/>
          </a:xfrm>
          <a:prstGeom prst="rect">
            <a:avLst/>
          </a:prstGeom>
        </p:spPr>
        <p:txBody>
          <a:bodyPr/>
          <a:lstStyle>
            <a:lvl1pPr marL="0">
              <a:lnSpc>
                <a:spcPct val="125000"/>
              </a:lnSpc>
              <a:spcBef>
                <a:spcPts val="0"/>
              </a:spcBef>
              <a:buNone/>
              <a:defRPr sz="1200"/>
            </a:lvl1pPr>
          </a:lstStyle>
          <a:p>
            <a:pPr lvl="0"/>
            <a:endParaRPr lang="en-GB"/>
          </a:p>
        </p:txBody>
      </p:sp>
      <p:sp>
        <p:nvSpPr>
          <p:cNvPr id="3" name="Text Placeholder 7">
            <a:extLst>
              <a:ext uri="{FF2B5EF4-FFF2-40B4-BE49-F238E27FC236}">
                <a16:creationId xmlns:a16="http://schemas.microsoft.com/office/drawing/2014/main" id="{1F605BE1-6E95-17DE-630E-C7637231B7D9}"/>
              </a:ext>
            </a:extLst>
          </p:cNvPr>
          <p:cNvSpPr>
            <a:spLocks noGrp="1"/>
          </p:cNvSpPr>
          <p:nvPr>
            <p:ph type="body" sz="quarter" idx="13"/>
          </p:nvPr>
        </p:nvSpPr>
        <p:spPr>
          <a:xfrm>
            <a:off x="1485900" y="342107"/>
            <a:ext cx="8507845" cy="719137"/>
          </a:xfrm>
          <a:prstGeom prst="rect">
            <a:avLst/>
          </a:prstGeom>
        </p:spPr>
        <p:txBody>
          <a:bodyPr/>
          <a:lstStyle>
            <a:lvl1pPr>
              <a:lnSpc>
                <a:spcPct val="125000"/>
              </a:lnSpc>
              <a:buNone/>
              <a:defRPr sz="4000" b="1">
                <a:solidFill>
                  <a:srgbClr val="0A4873"/>
                </a:solidFill>
              </a:defRPr>
            </a:lvl1pPr>
          </a:lstStyle>
          <a:p>
            <a:pPr lvl="0"/>
            <a:endParaRPr lang="en-GB"/>
          </a:p>
        </p:txBody>
      </p:sp>
    </p:spTree>
    <p:extLst>
      <p:ext uri="{BB962C8B-B14F-4D97-AF65-F5344CB8AC3E}">
        <p14:creationId xmlns:p14="http://schemas.microsoft.com/office/powerpoint/2010/main" val="41035585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6C1E763-511B-32A5-8FBB-F154CE4146DB}"/>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3" name="Rectangle 12">
            <a:extLst>
              <a:ext uri="{FF2B5EF4-FFF2-40B4-BE49-F238E27FC236}">
                <a16:creationId xmlns:a16="http://schemas.microsoft.com/office/drawing/2014/main" id="{CCFC4BDF-9C8D-BFD3-432C-2D0552C8F365}"/>
              </a:ext>
            </a:extLst>
          </p:cNvPr>
          <p:cNvSpPr/>
          <p:nvPr userDrawn="1"/>
        </p:nvSpPr>
        <p:spPr>
          <a:xfrm>
            <a:off x="0" y="0"/>
            <a:ext cx="1261035" cy="6858000"/>
          </a:xfrm>
          <a:prstGeom prst="rect">
            <a:avLst/>
          </a:prstGeom>
          <a:gradFill flip="none" rotWithShape="1">
            <a:gsLst>
              <a:gs pos="0">
                <a:srgbClr val="0A4873"/>
              </a:gs>
              <a:gs pos="48000">
                <a:schemeClr val="accent1">
                  <a:shade val="67500"/>
                  <a:satMod val="115000"/>
                </a:schemeClr>
              </a:gs>
              <a:gs pos="100000">
                <a:schemeClr val="accent1">
                  <a:shade val="100000"/>
                  <a:satMod val="115000"/>
                </a:schemeClr>
              </a:gs>
            </a:gsLst>
            <a:lin ang="135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rgbClr val="0A4873"/>
              </a:solidFill>
            </a:endParaRPr>
          </a:p>
        </p:txBody>
      </p:sp>
      <p:sp>
        <p:nvSpPr>
          <p:cNvPr id="9" name="Text Placeholder 7">
            <a:extLst>
              <a:ext uri="{FF2B5EF4-FFF2-40B4-BE49-F238E27FC236}">
                <a16:creationId xmlns:a16="http://schemas.microsoft.com/office/drawing/2014/main" id="{6E1CCFA5-474B-CCC9-FFE3-EB17C88C6761}"/>
              </a:ext>
            </a:extLst>
          </p:cNvPr>
          <p:cNvSpPr>
            <a:spLocks noGrp="1"/>
          </p:cNvSpPr>
          <p:nvPr>
            <p:ph type="body" sz="quarter" idx="12"/>
          </p:nvPr>
        </p:nvSpPr>
        <p:spPr>
          <a:xfrm>
            <a:off x="6794499" y="1403352"/>
            <a:ext cx="4902667" cy="5062894"/>
          </a:xfrm>
          <a:prstGeom prst="rect">
            <a:avLst/>
          </a:prstGeom>
        </p:spPr>
        <p:txBody>
          <a:bodyPr/>
          <a:lstStyle>
            <a:lvl1pPr marL="0">
              <a:lnSpc>
                <a:spcPct val="125000"/>
              </a:lnSpc>
              <a:spcBef>
                <a:spcPts val="0"/>
              </a:spcBef>
              <a:buNone/>
              <a:defRPr sz="1200"/>
            </a:lvl1pPr>
          </a:lstStyle>
          <a:p>
            <a:pPr lvl="0"/>
            <a:endParaRPr lang="en-GB"/>
          </a:p>
        </p:txBody>
      </p:sp>
      <p:sp>
        <p:nvSpPr>
          <p:cNvPr id="10" name="Text Placeholder 7">
            <a:extLst>
              <a:ext uri="{FF2B5EF4-FFF2-40B4-BE49-F238E27FC236}">
                <a16:creationId xmlns:a16="http://schemas.microsoft.com/office/drawing/2014/main" id="{BB832756-CAE3-9A2C-AE95-8C7E6D2291A4}"/>
              </a:ext>
            </a:extLst>
          </p:cNvPr>
          <p:cNvSpPr>
            <a:spLocks noGrp="1"/>
          </p:cNvSpPr>
          <p:nvPr>
            <p:ph type="body" sz="quarter" idx="13"/>
          </p:nvPr>
        </p:nvSpPr>
        <p:spPr>
          <a:xfrm>
            <a:off x="1485900" y="342107"/>
            <a:ext cx="10048875" cy="719137"/>
          </a:xfrm>
          <a:prstGeom prst="rect">
            <a:avLst/>
          </a:prstGeom>
        </p:spPr>
        <p:txBody>
          <a:bodyPr/>
          <a:lstStyle>
            <a:lvl1pPr>
              <a:lnSpc>
                <a:spcPct val="125000"/>
              </a:lnSpc>
              <a:buNone/>
              <a:defRPr sz="4000" b="1">
                <a:solidFill>
                  <a:srgbClr val="0A4873"/>
                </a:solidFill>
              </a:defRPr>
            </a:lvl1pPr>
          </a:lstStyle>
          <a:p>
            <a:pPr lvl="0"/>
            <a:endParaRPr lang="en-GB"/>
          </a:p>
        </p:txBody>
      </p:sp>
      <p:sp>
        <p:nvSpPr>
          <p:cNvPr id="4" name="Chart Placeholder 3">
            <a:extLst>
              <a:ext uri="{FF2B5EF4-FFF2-40B4-BE49-F238E27FC236}">
                <a16:creationId xmlns:a16="http://schemas.microsoft.com/office/drawing/2014/main" id="{C0721F55-7A25-8450-B445-841DAC73FE7C}"/>
              </a:ext>
            </a:extLst>
          </p:cNvPr>
          <p:cNvSpPr>
            <a:spLocks noGrp="1"/>
          </p:cNvSpPr>
          <p:nvPr>
            <p:ph type="chart" sz="quarter" idx="14"/>
          </p:nvPr>
        </p:nvSpPr>
        <p:spPr>
          <a:xfrm>
            <a:off x="1485900" y="1403351"/>
            <a:ext cx="5156200" cy="5062893"/>
          </a:xfrm>
          <a:prstGeom prst="rect">
            <a:avLst/>
          </a:prstGeom>
        </p:spPr>
        <p:txBody>
          <a:bodyPr/>
          <a:lstStyle/>
          <a:p>
            <a:endParaRPr lang="en-GB"/>
          </a:p>
        </p:txBody>
      </p:sp>
    </p:spTree>
    <p:extLst>
      <p:ext uri="{BB962C8B-B14F-4D97-AF65-F5344CB8AC3E}">
        <p14:creationId xmlns:p14="http://schemas.microsoft.com/office/powerpoint/2010/main" val="125232437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7_Title Slid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978608D-3F98-DA60-914F-2F098F942A3D}"/>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3" name="Rectangle 12">
            <a:extLst>
              <a:ext uri="{FF2B5EF4-FFF2-40B4-BE49-F238E27FC236}">
                <a16:creationId xmlns:a16="http://schemas.microsoft.com/office/drawing/2014/main" id="{CCFC4BDF-9C8D-BFD3-432C-2D0552C8F365}"/>
              </a:ext>
            </a:extLst>
          </p:cNvPr>
          <p:cNvSpPr/>
          <p:nvPr userDrawn="1"/>
        </p:nvSpPr>
        <p:spPr>
          <a:xfrm>
            <a:off x="0" y="0"/>
            <a:ext cx="1261035" cy="6858000"/>
          </a:xfrm>
          <a:prstGeom prst="rect">
            <a:avLst/>
          </a:prstGeom>
          <a:gradFill flip="none" rotWithShape="1">
            <a:gsLst>
              <a:gs pos="0">
                <a:srgbClr val="0A4873"/>
              </a:gs>
              <a:gs pos="48000">
                <a:schemeClr val="accent1">
                  <a:shade val="67500"/>
                  <a:satMod val="115000"/>
                </a:schemeClr>
              </a:gs>
              <a:gs pos="100000">
                <a:schemeClr val="accent1">
                  <a:shade val="100000"/>
                  <a:satMod val="115000"/>
                </a:schemeClr>
              </a:gs>
            </a:gsLst>
            <a:lin ang="135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rgbClr val="0A4873"/>
              </a:solidFill>
            </a:endParaRPr>
          </a:p>
        </p:txBody>
      </p:sp>
      <p:sp>
        <p:nvSpPr>
          <p:cNvPr id="9" name="Text Placeholder 7">
            <a:extLst>
              <a:ext uri="{FF2B5EF4-FFF2-40B4-BE49-F238E27FC236}">
                <a16:creationId xmlns:a16="http://schemas.microsoft.com/office/drawing/2014/main" id="{6E1CCFA5-474B-CCC9-FFE3-EB17C88C6761}"/>
              </a:ext>
            </a:extLst>
          </p:cNvPr>
          <p:cNvSpPr>
            <a:spLocks noGrp="1"/>
          </p:cNvSpPr>
          <p:nvPr>
            <p:ph type="body" sz="quarter" idx="12"/>
          </p:nvPr>
        </p:nvSpPr>
        <p:spPr>
          <a:xfrm>
            <a:off x="1485901" y="1320800"/>
            <a:ext cx="10211266" cy="5145445"/>
          </a:xfrm>
          <a:prstGeom prst="rect">
            <a:avLst/>
          </a:prstGeom>
        </p:spPr>
        <p:txBody>
          <a:bodyPr/>
          <a:lstStyle>
            <a:lvl1pPr marL="0">
              <a:lnSpc>
                <a:spcPct val="125000"/>
              </a:lnSpc>
              <a:spcBef>
                <a:spcPts val="0"/>
              </a:spcBef>
              <a:buNone/>
              <a:defRPr sz="1200"/>
            </a:lvl1pPr>
          </a:lstStyle>
          <a:p>
            <a:pPr lvl="0"/>
            <a:endParaRPr lang="en-GB"/>
          </a:p>
        </p:txBody>
      </p:sp>
      <p:sp>
        <p:nvSpPr>
          <p:cNvPr id="10" name="Text Placeholder 7">
            <a:extLst>
              <a:ext uri="{FF2B5EF4-FFF2-40B4-BE49-F238E27FC236}">
                <a16:creationId xmlns:a16="http://schemas.microsoft.com/office/drawing/2014/main" id="{BB832756-CAE3-9A2C-AE95-8C7E6D2291A4}"/>
              </a:ext>
            </a:extLst>
          </p:cNvPr>
          <p:cNvSpPr>
            <a:spLocks noGrp="1"/>
          </p:cNvSpPr>
          <p:nvPr>
            <p:ph type="body" sz="quarter" idx="13"/>
          </p:nvPr>
        </p:nvSpPr>
        <p:spPr>
          <a:xfrm>
            <a:off x="1485900" y="342107"/>
            <a:ext cx="10048875" cy="719137"/>
          </a:xfrm>
          <a:prstGeom prst="rect">
            <a:avLst/>
          </a:prstGeom>
        </p:spPr>
        <p:txBody>
          <a:bodyPr/>
          <a:lstStyle>
            <a:lvl1pPr>
              <a:lnSpc>
                <a:spcPct val="125000"/>
              </a:lnSpc>
              <a:buNone/>
              <a:defRPr sz="4000" b="1">
                <a:solidFill>
                  <a:srgbClr val="0A4873"/>
                </a:solidFill>
              </a:defRPr>
            </a:lvl1pPr>
          </a:lstStyle>
          <a:p>
            <a:pPr lvl="0"/>
            <a:endParaRPr lang="en-GB"/>
          </a:p>
        </p:txBody>
      </p:sp>
    </p:spTree>
    <p:extLst>
      <p:ext uri="{BB962C8B-B14F-4D97-AF65-F5344CB8AC3E}">
        <p14:creationId xmlns:p14="http://schemas.microsoft.com/office/powerpoint/2010/main" val="64843552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7AA2A18-16F3-5346-E02E-F2B49C9FDE53}"/>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3" name="Rectangle 12">
            <a:extLst>
              <a:ext uri="{FF2B5EF4-FFF2-40B4-BE49-F238E27FC236}">
                <a16:creationId xmlns:a16="http://schemas.microsoft.com/office/drawing/2014/main" id="{B5D2FCCF-9DB1-1D94-AD3F-2DAD0493CBD2}"/>
              </a:ext>
            </a:extLst>
          </p:cNvPr>
          <p:cNvSpPr/>
          <p:nvPr userDrawn="1"/>
        </p:nvSpPr>
        <p:spPr>
          <a:xfrm>
            <a:off x="0" y="0"/>
            <a:ext cx="1261035" cy="6858000"/>
          </a:xfrm>
          <a:prstGeom prst="rect">
            <a:avLst/>
          </a:prstGeom>
          <a:gradFill flip="none" rotWithShape="1">
            <a:gsLst>
              <a:gs pos="0">
                <a:srgbClr val="0A4873"/>
              </a:gs>
              <a:gs pos="48000">
                <a:schemeClr val="accent1">
                  <a:shade val="67500"/>
                  <a:satMod val="115000"/>
                </a:schemeClr>
              </a:gs>
              <a:gs pos="100000">
                <a:schemeClr val="accent1">
                  <a:shade val="100000"/>
                  <a:satMod val="115000"/>
                </a:schemeClr>
              </a:gs>
            </a:gsLst>
            <a:lin ang="135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rgbClr val="0A4873"/>
              </a:solidFill>
            </a:endParaRPr>
          </a:p>
        </p:txBody>
      </p:sp>
      <p:sp>
        <p:nvSpPr>
          <p:cNvPr id="4" name="Text Placeholder 7">
            <a:extLst>
              <a:ext uri="{FF2B5EF4-FFF2-40B4-BE49-F238E27FC236}">
                <a16:creationId xmlns:a16="http://schemas.microsoft.com/office/drawing/2014/main" id="{2603E4BC-322E-D561-FDDA-5DFC4898271A}"/>
              </a:ext>
            </a:extLst>
          </p:cNvPr>
          <p:cNvSpPr>
            <a:spLocks noGrp="1"/>
          </p:cNvSpPr>
          <p:nvPr>
            <p:ph type="body" sz="quarter" idx="16"/>
          </p:nvPr>
        </p:nvSpPr>
        <p:spPr>
          <a:xfrm>
            <a:off x="1485901" y="1847689"/>
            <a:ext cx="4610100" cy="4663161"/>
          </a:xfrm>
          <a:prstGeom prst="rect">
            <a:avLst/>
          </a:prstGeom>
        </p:spPr>
        <p:txBody>
          <a:bodyPr/>
          <a:lstStyle>
            <a:lvl1pPr marL="0" indent="0">
              <a:lnSpc>
                <a:spcPct val="125000"/>
              </a:lnSpc>
              <a:spcBef>
                <a:spcPts val="0"/>
              </a:spcBef>
              <a:buFont typeface="Arial" panose="020B0604020202020204" pitchFamily="34" charset="0"/>
              <a:buChar char="•"/>
              <a:defRPr sz="1200"/>
            </a:lvl1pPr>
          </a:lstStyle>
          <a:p>
            <a:pPr lvl="0"/>
            <a:endParaRPr lang="en-GB"/>
          </a:p>
        </p:txBody>
      </p:sp>
      <p:sp>
        <p:nvSpPr>
          <p:cNvPr id="5" name="Text Placeholder 7">
            <a:extLst>
              <a:ext uri="{FF2B5EF4-FFF2-40B4-BE49-F238E27FC236}">
                <a16:creationId xmlns:a16="http://schemas.microsoft.com/office/drawing/2014/main" id="{9A99B4D1-0667-3640-E092-3586CAA2094C}"/>
              </a:ext>
            </a:extLst>
          </p:cNvPr>
          <p:cNvSpPr>
            <a:spLocks noGrp="1"/>
          </p:cNvSpPr>
          <p:nvPr>
            <p:ph type="body" sz="quarter" idx="17"/>
          </p:nvPr>
        </p:nvSpPr>
        <p:spPr>
          <a:xfrm>
            <a:off x="6870699" y="1847689"/>
            <a:ext cx="4610100" cy="4663161"/>
          </a:xfrm>
          <a:prstGeom prst="rect">
            <a:avLst/>
          </a:prstGeom>
        </p:spPr>
        <p:txBody>
          <a:bodyPr/>
          <a:lstStyle>
            <a:lvl1pPr marL="0" indent="0">
              <a:lnSpc>
                <a:spcPct val="125000"/>
              </a:lnSpc>
              <a:spcBef>
                <a:spcPts val="0"/>
              </a:spcBef>
              <a:buFont typeface="Arial" panose="020B0604020202020204" pitchFamily="34" charset="0"/>
              <a:buChar char="•"/>
              <a:defRPr sz="1200"/>
            </a:lvl1pPr>
          </a:lstStyle>
          <a:p>
            <a:pPr lvl="0"/>
            <a:endParaRPr lang="en-GB"/>
          </a:p>
        </p:txBody>
      </p:sp>
      <p:sp>
        <p:nvSpPr>
          <p:cNvPr id="8" name="Text Placeholder 7">
            <a:extLst>
              <a:ext uri="{FF2B5EF4-FFF2-40B4-BE49-F238E27FC236}">
                <a16:creationId xmlns:a16="http://schemas.microsoft.com/office/drawing/2014/main" id="{4475382D-ECAE-2832-97F2-09AB89B85C6C}"/>
              </a:ext>
            </a:extLst>
          </p:cNvPr>
          <p:cNvSpPr>
            <a:spLocks noGrp="1"/>
          </p:cNvSpPr>
          <p:nvPr>
            <p:ph type="body" sz="quarter" idx="18"/>
          </p:nvPr>
        </p:nvSpPr>
        <p:spPr>
          <a:xfrm>
            <a:off x="1485901" y="1413434"/>
            <a:ext cx="4610100" cy="369332"/>
          </a:xfrm>
          <a:prstGeom prst="rect">
            <a:avLst/>
          </a:prstGeom>
        </p:spPr>
        <p:txBody>
          <a:bodyPr/>
          <a:lstStyle>
            <a:lvl1pPr marL="0" indent="0">
              <a:lnSpc>
                <a:spcPct val="125000"/>
              </a:lnSpc>
              <a:spcBef>
                <a:spcPts val="0"/>
              </a:spcBef>
              <a:buNone/>
              <a:defRPr sz="1800" b="1">
                <a:solidFill>
                  <a:srgbClr val="BB1C73"/>
                </a:solidFill>
              </a:defRPr>
            </a:lvl1pPr>
          </a:lstStyle>
          <a:p>
            <a:pPr lvl="0"/>
            <a:endParaRPr lang="en-GB"/>
          </a:p>
        </p:txBody>
      </p:sp>
      <p:sp>
        <p:nvSpPr>
          <p:cNvPr id="12" name="Text Placeholder 7">
            <a:extLst>
              <a:ext uri="{FF2B5EF4-FFF2-40B4-BE49-F238E27FC236}">
                <a16:creationId xmlns:a16="http://schemas.microsoft.com/office/drawing/2014/main" id="{0BB73538-A741-BC47-7164-E53D1BC2B0B2}"/>
              </a:ext>
            </a:extLst>
          </p:cNvPr>
          <p:cNvSpPr>
            <a:spLocks noGrp="1"/>
          </p:cNvSpPr>
          <p:nvPr>
            <p:ph type="body" sz="quarter" idx="19"/>
          </p:nvPr>
        </p:nvSpPr>
        <p:spPr>
          <a:xfrm>
            <a:off x="6870699" y="1413435"/>
            <a:ext cx="4610100" cy="369332"/>
          </a:xfrm>
          <a:prstGeom prst="rect">
            <a:avLst/>
          </a:prstGeom>
        </p:spPr>
        <p:txBody>
          <a:bodyPr/>
          <a:lstStyle>
            <a:lvl1pPr marL="0" indent="0">
              <a:lnSpc>
                <a:spcPct val="125000"/>
              </a:lnSpc>
              <a:spcBef>
                <a:spcPts val="0"/>
              </a:spcBef>
              <a:buNone/>
              <a:defRPr sz="1800" b="1">
                <a:solidFill>
                  <a:srgbClr val="BB1C73"/>
                </a:solidFill>
              </a:defRPr>
            </a:lvl1pPr>
          </a:lstStyle>
          <a:p>
            <a:pPr lvl="0"/>
            <a:endParaRPr lang="en-GB"/>
          </a:p>
        </p:txBody>
      </p:sp>
      <p:sp>
        <p:nvSpPr>
          <p:cNvPr id="2" name="Text Placeholder 7">
            <a:extLst>
              <a:ext uri="{FF2B5EF4-FFF2-40B4-BE49-F238E27FC236}">
                <a16:creationId xmlns:a16="http://schemas.microsoft.com/office/drawing/2014/main" id="{B532555E-E3E3-D9A2-9E1E-3FEB43461646}"/>
              </a:ext>
            </a:extLst>
          </p:cNvPr>
          <p:cNvSpPr>
            <a:spLocks noGrp="1"/>
          </p:cNvSpPr>
          <p:nvPr>
            <p:ph type="body" sz="quarter" idx="13"/>
          </p:nvPr>
        </p:nvSpPr>
        <p:spPr>
          <a:xfrm>
            <a:off x="1485900" y="342107"/>
            <a:ext cx="9994899" cy="719137"/>
          </a:xfrm>
          <a:prstGeom prst="rect">
            <a:avLst/>
          </a:prstGeom>
        </p:spPr>
        <p:txBody>
          <a:bodyPr/>
          <a:lstStyle>
            <a:lvl1pPr>
              <a:lnSpc>
                <a:spcPct val="125000"/>
              </a:lnSpc>
              <a:buNone/>
              <a:defRPr sz="4000" b="1">
                <a:solidFill>
                  <a:srgbClr val="0A4873"/>
                </a:solidFill>
              </a:defRPr>
            </a:lvl1pPr>
          </a:lstStyle>
          <a:p>
            <a:pPr lvl="0"/>
            <a:endParaRPr lang="en-GB"/>
          </a:p>
        </p:txBody>
      </p:sp>
    </p:spTree>
    <p:extLst>
      <p:ext uri="{BB962C8B-B14F-4D97-AF65-F5344CB8AC3E}">
        <p14:creationId xmlns:p14="http://schemas.microsoft.com/office/powerpoint/2010/main" val="2415615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BFC35AE-7019-2214-7080-B9C123094016}"/>
              </a:ext>
            </a:extLst>
          </p:cNvPr>
          <p:cNvSpPr/>
          <p:nvPr userDrawn="1"/>
        </p:nvSpPr>
        <p:spPr>
          <a:xfrm>
            <a:off x="10913035" y="0"/>
            <a:ext cx="1332752" cy="6858000"/>
          </a:xfrm>
          <a:prstGeom prst="rect">
            <a:avLst/>
          </a:prstGeom>
          <a:gradFill flip="none" rotWithShape="1">
            <a:gsLst>
              <a:gs pos="0">
                <a:srgbClr val="0A4873"/>
              </a:gs>
              <a:gs pos="58000">
                <a:schemeClr val="accent1">
                  <a:shade val="67500"/>
                  <a:satMod val="115000"/>
                </a:schemeClr>
              </a:gs>
              <a:gs pos="100000">
                <a:schemeClr val="accent1">
                  <a:shade val="100000"/>
                  <a:satMod val="115000"/>
                </a:schemeClr>
              </a:gs>
            </a:gsLst>
            <a:lin ang="135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 name="Picture 2">
            <a:extLst>
              <a:ext uri="{FF2B5EF4-FFF2-40B4-BE49-F238E27FC236}">
                <a16:creationId xmlns:a16="http://schemas.microsoft.com/office/drawing/2014/main" id="{E26D47F6-2453-D3D3-2400-2139B0EA0150}"/>
              </a:ext>
            </a:extLst>
          </p:cNvPr>
          <p:cNvPicPr>
            <a:picLocks noChangeAspect="1"/>
          </p:cNvPicPr>
          <p:nvPr userDrawn="1"/>
        </p:nvPicPr>
        <p:blipFill>
          <a:blip r:embed="rId2">
            <a:alphaModFix amt="70000"/>
            <a:extLst>
              <a:ext uri="{28A0092B-C50C-407E-A947-70E740481C1C}">
                <a14:useLocalDpi xmlns:a14="http://schemas.microsoft.com/office/drawing/2010/main" val="0"/>
              </a:ext>
            </a:extLst>
          </a:blip>
          <a:srcRect l="81324" b="58780"/>
          <a:stretch>
            <a:fillRect/>
          </a:stretch>
        </p:blipFill>
        <p:spPr>
          <a:xfrm flipH="1">
            <a:off x="14194" y="8745"/>
            <a:ext cx="2277035" cy="2826870"/>
          </a:xfrm>
          <a:prstGeom prst="rect">
            <a:avLst/>
          </a:prstGeom>
        </p:spPr>
      </p:pic>
      <p:sp>
        <p:nvSpPr>
          <p:cNvPr id="8" name="Text Placeholder 7">
            <a:extLst>
              <a:ext uri="{FF2B5EF4-FFF2-40B4-BE49-F238E27FC236}">
                <a16:creationId xmlns:a16="http://schemas.microsoft.com/office/drawing/2014/main" id="{B01682DE-B749-08F0-CF78-9C95BE4B1ABE}"/>
              </a:ext>
            </a:extLst>
          </p:cNvPr>
          <p:cNvSpPr>
            <a:spLocks noGrp="1"/>
          </p:cNvSpPr>
          <p:nvPr>
            <p:ph type="body" sz="quarter" idx="12"/>
          </p:nvPr>
        </p:nvSpPr>
        <p:spPr>
          <a:xfrm>
            <a:off x="5784475" y="1518025"/>
            <a:ext cx="4902667" cy="5067750"/>
          </a:xfrm>
          <a:prstGeom prst="rect">
            <a:avLst/>
          </a:prstGeom>
        </p:spPr>
        <p:txBody>
          <a:bodyPr/>
          <a:lstStyle>
            <a:lvl1pPr marL="0">
              <a:lnSpc>
                <a:spcPct val="125000"/>
              </a:lnSpc>
              <a:spcBef>
                <a:spcPts val="0"/>
              </a:spcBef>
              <a:buNone/>
              <a:defRPr sz="1200"/>
            </a:lvl1pPr>
          </a:lstStyle>
          <a:p>
            <a:pPr lvl="0"/>
            <a:endParaRPr lang="en-GB"/>
          </a:p>
          <a:p>
            <a:pPr lvl="0"/>
            <a:endParaRPr lang="en-GB"/>
          </a:p>
        </p:txBody>
      </p:sp>
      <p:sp>
        <p:nvSpPr>
          <p:cNvPr id="9" name="Text Placeholder 7">
            <a:extLst>
              <a:ext uri="{FF2B5EF4-FFF2-40B4-BE49-F238E27FC236}">
                <a16:creationId xmlns:a16="http://schemas.microsoft.com/office/drawing/2014/main" id="{BB2458FD-9BD4-B346-0973-DFAAC9DEC06E}"/>
              </a:ext>
            </a:extLst>
          </p:cNvPr>
          <p:cNvSpPr>
            <a:spLocks noGrp="1"/>
          </p:cNvSpPr>
          <p:nvPr>
            <p:ph type="body" sz="quarter" idx="13"/>
          </p:nvPr>
        </p:nvSpPr>
        <p:spPr>
          <a:xfrm>
            <a:off x="475876" y="461636"/>
            <a:ext cx="10048875" cy="719137"/>
          </a:xfrm>
          <a:prstGeom prst="rect">
            <a:avLst/>
          </a:prstGeom>
        </p:spPr>
        <p:txBody>
          <a:bodyPr/>
          <a:lstStyle>
            <a:lvl1pPr>
              <a:lnSpc>
                <a:spcPct val="125000"/>
              </a:lnSpc>
              <a:buNone/>
              <a:defRPr sz="4000" b="1">
                <a:solidFill>
                  <a:srgbClr val="0A4873"/>
                </a:solidFill>
              </a:defRPr>
            </a:lvl1pPr>
          </a:lstStyle>
          <a:p>
            <a:pPr lvl="0"/>
            <a:endParaRPr lang="en-GB"/>
          </a:p>
        </p:txBody>
      </p:sp>
      <p:sp>
        <p:nvSpPr>
          <p:cNvPr id="10" name="Chart Placeholder 3">
            <a:extLst>
              <a:ext uri="{FF2B5EF4-FFF2-40B4-BE49-F238E27FC236}">
                <a16:creationId xmlns:a16="http://schemas.microsoft.com/office/drawing/2014/main" id="{449CB4B5-69AB-0DA3-D2BD-17E5B216BEC8}"/>
              </a:ext>
            </a:extLst>
          </p:cNvPr>
          <p:cNvSpPr>
            <a:spLocks noGrp="1"/>
          </p:cNvSpPr>
          <p:nvPr>
            <p:ph type="chart" sz="quarter" idx="14"/>
          </p:nvPr>
        </p:nvSpPr>
        <p:spPr>
          <a:xfrm>
            <a:off x="475876" y="1518024"/>
            <a:ext cx="5156200" cy="5067749"/>
          </a:xfrm>
          <a:prstGeom prst="rect">
            <a:avLst/>
          </a:prstGeom>
        </p:spPr>
        <p:txBody>
          <a:bodyPr/>
          <a:lstStyle/>
          <a:p>
            <a:endParaRPr lang="en-GB"/>
          </a:p>
        </p:txBody>
      </p:sp>
      <p:pic>
        <p:nvPicPr>
          <p:cNvPr id="5" name="Picture 4">
            <a:extLst>
              <a:ext uri="{FF2B5EF4-FFF2-40B4-BE49-F238E27FC236}">
                <a16:creationId xmlns:a16="http://schemas.microsoft.com/office/drawing/2014/main" id="{03D634AB-DF13-6848-D7E1-D4DFD1687B97}"/>
              </a:ext>
            </a:extLst>
          </p:cNvPr>
          <p:cNvPicPr>
            <a:picLocks noChangeAspect="1"/>
          </p:cNvPicPr>
          <p:nvPr userDrawn="1"/>
        </p:nvPicPr>
        <p:blipFill>
          <a:blip r:embed="rId3">
            <a:alphaModFix/>
            <a:extLst>
              <a:ext uri="{28A0092B-C50C-407E-A947-70E740481C1C}">
                <a14:useLocalDpi xmlns:a14="http://schemas.microsoft.com/office/drawing/2010/main" val="0"/>
              </a:ext>
            </a:extLst>
          </a:blip>
          <a:stretch>
            <a:fillRect/>
          </a:stretch>
        </p:blipFill>
        <p:spPr>
          <a:xfrm>
            <a:off x="11046196" y="461636"/>
            <a:ext cx="1038095" cy="609524"/>
          </a:xfrm>
          <a:prstGeom prst="rect">
            <a:avLst/>
          </a:prstGeom>
        </p:spPr>
      </p:pic>
    </p:spTree>
    <p:extLst>
      <p:ext uri="{BB962C8B-B14F-4D97-AF65-F5344CB8AC3E}">
        <p14:creationId xmlns:p14="http://schemas.microsoft.com/office/powerpoint/2010/main" val="336604456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1_Title and Conten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BFC35AE-7019-2214-7080-B9C123094016}"/>
              </a:ext>
            </a:extLst>
          </p:cNvPr>
          <p:cNvSpPr/>
          <p:nvPr userDrawn="1"/>
        </p:nvSpPr>
        <p:spPr>
          <a:xfrm>
            <a:off x="10913035" y="0"/>
            <a:ext cx="1332752" cy="6858000"/>
          </a:xfrm>
          <a:prstGeom prst="rect">
            <a:avLst/>
          </a:prstGeom>
          <a:gradFill flip="none" rotWithShape="1">
            <a:gsLst>
              <a:gs pos="0">
                <a:srgbClr val="0A4873"/>
              </a:gs>
              <a:gs pos="58000">
                <a:schemeClr val="accent1">
                  <a:shade val="67500"/>
                  <a:satMod val="115000"/>
                </a:schemeClr>
              </a:gs>
              <a:gs pos="100000">
                <a:schemeClr val="accent1">
                  <a:shade val="100000"/>
                  <a:satMod val="115000"/>
                </a:schemeClr>
              </a:gs>
            </a:gsLst>
            <a:lin ang="135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 name="Picture 2">
            <a:extLst>
              <a:ext uri="{FF2B5EF4-FFF2-40B4-BE49-F238E27FC236}">
                <a16:creationId xmlns:a16="http://schemas.microsoft.com/office/drawing/2014/main" id="{E26D47F6-2453-D3D3-2400-2139B0EA0150}"/>
              </a:ext>
            </a:extLst>
          </p:cNvPr>
          <p:cNvPicPr>
            <a:picLocks noChangeAspect="1"/>
          </p:cNvPicPr>
          <p:nvPr userDrawn="1"/>
        </p:nvPicPr>
        <p:blipFill>
          <a:blip r:embed="rId2">
            <a:alphaModFix amt="70000"/>
            <a:extLst>
              <a:ext uri="{28A0092B-C50C-407E-A947-70E740481C1C}">
                <a14:useLocalDpi xmlns:a14="http://schemas.microsoft.com/office/drawing/2010/main" val="0"/>
              </a:ext>
            </a:extLst>
          </a:blip>
          <a:srcRect l="81324" b="58780"/>
          <a:stretch>
            <a:fillRect/>
          </a:stretch>
        </p:blipFill>
        <p:spPr>
          <a:xfrm flipH="1">
            <a:off x="14194" y="8745"/>
            <a:ext cx="2277035" cy="2826870"/>
          </a:xfrm>
          <a:prstGeom prst="rect">
            <a:avLst/>
          </a:prstGeom>
        </p:spPr>
      </p:pic>
      <p:sp>
        <p:nvSpPr>
          <p:cNvPr id="8" name="Text Placeholder 7">
            <a:extLst>
              <a:ext uri="{FF2B5EF4-FFF2-40B4-BE49-F238E27FC236}">
                <a16:creationId xmlns:a16="http://schemas.microsoft.com/office/drawing/2014/main" id="{B01682DE-B749-08F0-CF78-9C95BE4B1ABE}"/>
              </a:ext>
            </a:extLst>
          </p:cNvPr>
          <p:cNvSpPr>
            <a:spLocks noGrp="1"/>
          </p:cNvSpPr>
          <p:nvPr>
            <p:ph type="body" sz="quarter" idx="12"/>
          </p:nvPr>
        </p:nvSpPr>
        <p:spPr>
          <a:xfrm>
            <a:off x="475877" y="1428377"/>
            <a:ext cx="10211266" cy="5157398"/>
          </a:xfrm>
          <a:prstGeom prst="rect">
            <a:avLst/>
          </a:prstGeom>
        </p:spPr>
        <p:txBody>
          <a:bodyPr/>
          <a:lstStyle>
            <a:lvl1pPr marL="0">
              <a:lnSpc>
                <a:spcPct val="125000"/>
              </a:lnSpc>
              <a:spcBef>
                <a:spcPts val="0"/>
              </a:spcBef>
              <a:buNone/>
              <a:defRPr sz="1200"/>
            </a:lvl1pPr>
          </a:lstStyle>
          <a:p>
            <a:pPr lvl="0"/>
            <a:endParaRPr lang="en-GB"/>
          </a:p>
        </p:txBody>
      </p:sp>
      <p:sp>
        <p:nvSpPr>
          <p:cNvPr id="9" name="Text Placeholder 7">
            <a:extLst>
              <a:ext uri="{FF2B5EF4-FFF2-40B4-BE49-F238E27FC236}">
                <a16:creationId xmlns:a16="http://schemas.microsoft.com/office/drawing/2014/main" id="{BB2458FD-9BD4-B346-0973-DFAAC9DEC06E}"/>
              </a:ext>
            </a:extLst>
          </p:cNvPr>
          <p:cNvSpPr>
            <a:spLocks noGrp="1"/>
          </p:cNvSpPr>
          <p:nvPr>
            <p:ph type="body" sz="quarter" idx="13"/>
          </p:nvPr>
        </p:nvSpPr>
        <p:spPr>
          <a:xfrm>
            <a:off x="475876" y="461636"/>
            <a:ext cx="10048875" cy="719137"/>
          </a:xfrm>
          <a:prstGeom prst="rect">
            <a:avLst/>
          </a:prstGeom>
        </p:spPr>
        <p:txBody>
          <a:bodyPr/>
          <a:lstStyle>
            <a:lvl1pPr>
              <a:lnSpc>
                <a:spcPct val="125000"/>
              </a:lnSpc>
              <a:buNone/>
              <a:defRPr sz="4000" b="1">
                <a:solidFill>
                  <a:srgbClr val="0A4873"/>
                </a:solidFill>
              </a:defRPr>
            </a:lvl1pPr>
          </a:lstStyle>
          <a:p>
            <a:pPr lvl="0"/>
            <a:endParaRPr lang="en-GB"/>
          </a:p>
        </p:txBody>
      </p:sp>
      <p:pic>
        <p:nvPicPr>
          <p:cNvPr id="6" name="Picture 5">
            <a:extLst>
              <a:ext uri="{FF2B5EF4-FFF2-40B4-BE49-F238E27FC236}">
                <a16:creationId xmlns:a16="http://schemas.microsoft.com/office/drawing/2014/main" id="{A54CA684-E969-2D9F-D0BA-C0A0E81358CE}"/>
              </a:ext>
            </a:extLst>
          </p:cNvPr>
          <p:cNvPicPr>
            <a:picLocks noChangeAspect="1"/>
          </p:cNvPicPr>
          <p:nvPr userDrawn="1"/>
        </p:nvPicPr>
        <p:blipFill>
          <a:blip r:embed="rId3">
            <a:alphaModFix/>
            <a:extLst>
              <a:ext uri="{28A0092B-C50C-407E-A947-70E740481C1C}">
                <a14:useLocalDpi xmlns:a14="http://schemas.microsoft.com/office/drawing/2010/main" val="0"/>
              </a:ext>
            </a:extLst>
          </a:blip>
          <a:stretch>
            <a:fillRect/>
          </a:stretch>
        </p:blipFill>
        <p:spPr>
          <a:xfrm>
            <a:off x="11046196" y="461636"/>
            <a:ext cx="1038095" cy="609524"/>
          </a:xfrm>
          <a:prstGeom prst="rect">
            <a:avLst/>
          </a:prstGeom>
        </p:spPr>
      </p:pic>
    </p:spTree>
    <p:extLst>
      <p:ext uri="{BB962C8B-B14F-4D97-AF65-F5344CB8AC3E}">
        <p14:creationId xmlns:p14="http://schemas.microsoft.com/office/powerpoint/2010/main" val="177757195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0_Title and Conten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BFC35AE-7019-2214-7080-B9C123094016}"/>
              </a:ext>
            </a:extLst>
          </p:cNvPr>
          <p:cNvSpPr/>
          <p:nvPr userDrawn="1"/>
        </p:nvSpPr>
        <p:spPr>
          <a:xfrm>
            <a:off x="10913035" y="0"/>
            <a:ext cx="1332752" cy="6858000"/>
          </a:xfrm>
          <a:prstGeom prst="rect">
            <a:avLst/>
          </a:prstGeom>
          <a:gradFill flip="none" rotWithShape="1">
            <a:gsLst>
              <a:gs pos="0">
                <a:srgbClr val="0A4873"/>
              </a:gs>
              <a:gs pos="58000">
                <a:schemeClr val="accent1">
                  <a:shade val="67500"/>
                  <a:satMod val="115000"/>
                </a:schemeClr>
              </a:gs>
              <a:gs pos="100000">
                <a:schemeClr val="accent1">
                  <a:shade val="100000"/>
                  <a:satMod val="115000"/>
                </a:schemeClr>
              </a:gs>
            </a:gsLst>
            <a:lin ang="135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 name="Picture 2">
            <a:extLst>
              <a:ext uri="{FF2B5EF4-FFF2-40B4-BE49-F238E27FC236}">
                <a16:creationId xmlns:a16="http://schemas.microsoft.com/office/drawing/2014/main" id="{E26D47F6-2453-D3D3-2400-2139B0EA0150}"/>
              </a:ext>
            </a:extLst>
          </p:cNvPr>
          <p:cNvPicPr>
            <a:picLocks noChangeAspect="1"/>
          </p:cNvPicPr>
          <p:nvPr userDrawn="1"/>
        </p:nvPicPr>
        <p:blipFill>
          <a:blip r:embed="rId2">
            <a:alphaModFix amt="70000"/>
            <a:extLst>
              <a:ext uri="{28A0092B-C50C-407E-A947-70E740481C1C}">
                <a14:useLocalDpi xmlns:a14="http://schemas.microsoft.com/office/drawing/2010/main" val="0"/>
              </a:ext>
            </a:extLst>
          </a:blip>
          <a:srcRect l="81324" b="58780"/>
          <a:stretch>
            <a:fillRect/>
          </a:stretch>
        </p:blipFill>
        <p:spPr>
          <a:xfrm flipH="1">
            <a:off x="14194" y="8745"/>
            <a:ext cx="2277035" cy="2826870"/>
          </a:xfrm>
          <a:prstGeom prst="rect">
            <a:avLst/>
          </a:prstGeom>
        </p:spPr>
      </p:pic>
      <p:sp>
        <p:nvSpPr>
          <p:cNvPr id="4" name="Picture Placeholder 7">
            <a:extLst>
              <a:ext uri="{FF2B5EF4-FFF2-40B4-BE49-F238E27FC236}">
                <a16:creationId xmlns:a16="http://schemas.microsoft.com/office/drawing/2014/main" id="{E3355D25-6021-5439-2D81-19AB188F277E}"/>
              </a:ext>
            </a:extLst>
          </p:cNvPr>
          <p:cNvSpPr>
            <a:spLocks noGrp="1"/>
          </p:cNvSpPr>
          <p:nvPr>
            <p:ph type="pic" sz="quarter" idx="10"/>
          </p:nvPr>
        </p:nvSpPr>
        <p:spPr>
          <a:xfrm>
            <a:off x="475876" y="3816350"/>
            <a:ext cx="4353112" cy="2675295"/>
          </a:xfrm>
          <a:prstGeom prst="rect">
            <a:avLst/>
          </a:prstGeom>
        </p:spPr>
        <p:txBody>
          <a:bodyPr/>
          <a:lstStyle/>
          <a:p>
            <a:r>
              <a:rPr lang="en-US"/>
              <a:t>Click icon to add picture</a:t>
            </a:r>
            <a:endParaRPr lang="en-GB"/>
          </a:p>
        </p:txBody>
      </p:sp>
      <p:sp>
        <p:nvSpPr>
          <p:cNvPr id="5" name="Text Placeholder 7">
            <a:extLst>
              <a:ext uri="{FF2B5EF4-FFF2-40B4-BE49-F238E27FC236}">
                <a16:creationId xmlns:a16="http://schemas.microsoft.com/office/drawing/2014/main" id="{B4B68098-5535-6EE1-ACAD-90BC0A653429}"/>
              </a:ext>
            </a:extLst>
          </p:cNvPr>
          <p:cNvSpPr>
            <a:spLocks noGrp="1"/>
          </p:cNvSpPr>
          <p:nvPr>
            <p:ph type="body" sz="quarter" idx="11"/>
          </p:nvPr>
        </p:nvSpPr>
        <p:spPr>
          <a:xfrm>
            <a:off x="480452" y="1422180"/>
            <a:ext cx="10062042" cy="2216150"/>
          </a:xfrm>
          <a:prstGeom prst="rect">
            <a:avLst/>
          </a:prstGeom>
        </p:spPr>
        <p:txBody>
          <a:bodyPr/>
          <a:lstStyle>
            <a:lvl1pPr marL="0">
              <a:lnSpc>
                <a:spcPct val="125000"/>
              </a:lnSpc>
              <a:spcBef>
                <a:spcPts val="0"/>
              </a:spcBef>
              <a:buNone/>
              <a:defRPr sz="1200"/>
            </a:lvl1pPr>
          </a:lstStyle>
          <a:p>
            <a:pPr lvl="0"/>
            <a:endParaRPr lang="en-GB"/>
          </a:p>
        </p:txBody>
      </p:sp>
      <p:sp>
        <p:nvSpPr>
          <p:cNvPr id="6" name="Text Placeholder 7">
            <a:extLst>
              <a:ext uri="{FF2B5EF4-FFF2-40B4-BE49-F238E27FC236}">
                <a16:creationId xmlns:a16="http://schemas.microsoft.com/office/drawing/2014/main" id="{BA7407E8-E036-83A9-668F-DB473A739494}"/>
              </a:ext>
            </a:extLst>
          </p:cNvPr>
          <p:cNvSpPr>
            <a:spLocks noGrp="1"/>
          </p:cNvSpPr>
          <p:nvPr>
            <p:ph type="body" sz="quarter" idx="12"/>
          </p:nvPr>
        </p:nvSpPr>
        <p:spPr>
          <a:xfrm>
            <a:off x="5016967" y="3816350"/>
            <a:ext cx="5588000" cy="2675295"/>
          </a:xfrm>
          <a:prstGeom prst="rect">
            <a:avLst/>
          </a:prstGeom>
        </p:spPr>
        <p:txBody>
          <a:bodyPr/>
          <a:lstStyle>
            <a:lvl1pPr marL="0">
              <a:lnSpc>
                <a:spcPct val="125000"/>
              </a:lnSpc>
              <a:spcBef>
                <a:spcPts val="0"/>
              </a:spcBef>
              <a:buNone/>
              <a:defRPr sz="1200"/>
            </a:lvl1pPr>
          </a:lstStyle>
          <a:p>
            <a:pPr lvl="0"/>
            <a:endParaRPr lang="en-GB"/>
          </a:p>
        </p:txBody>
      </p:sp>
      <p:sp>
        <p:nvSpPr>
          <p:cNvPr id="9" name="Text Placeholder 7">
            <a:extLst>
              <a:ext uri="{FF2B5EF4-FFF2-40B4-BE49-F238E27FC236}">
                <a16:creationId xmlns:a16="http://schemas.microsoft.com/office/drawing/2014/main" id="{C9648CC1-F937-D745-4AE5-52A41B9B6441}"/>
              </a:ext>
            </a:extLst>
          </p:cNvPr>
          <p:cNvSpPr>
            <a:spLocks noGrp="1"/>
          </p:cNvSpPr>
          <p:nvPr>
            <p:ph type="body" sz="quarter" idx="13"/>
          </p:nvPr>
        </p:nvSpPr>
        <p:spPr>
          <a:xfrm>
            <a:off x="475876" y="461636"/>
            <a:ext cx="10048875" cy="719137"/>
          </a:xfrm>
          <a:prstGeom prst="rect">
            <a:avLst/>
          </a:prstGeom>
        </p:spPr>
        <p:txBody>
          <a:bodyPr/>
          <a:lstStyle>
            <a:lvl1pPr>
              <a:lnSpc>
                <a:spcPct val="125000"/>
              </a:lnSpc>
              <a:buNone/>
              <a:defRPr sz="4000" b="1">
                <a:solidFill>
                  <a:srgbClr val="0A4873"/>
                </a:solidFill>
              </a:defRPr>
            </a:lvl1pPr>
          </a:lstStyle>
          <a:p>
            <a:pPr lvl="0"/>
            <a:endParaRPr lang="en-GB"/>
          </a:p>
        </p:txBody>
      </p:sp>
      <p:pic>
        <p:nvPicPr>
          <p:cNvPr id="12" name="Picture 11">
            <a:extLst>
              <a:ext uri="{FF2B5EF4-FFF2-40B4-BE49-F238E27FC236}">
                <a16:creationId xmlns:a16="http://schemas.microsoft.com/office/drawing/2014/main" id="{673949C3-32C0-473C-B588-3E223702B74D}"/>
              </a:ext>
            </a:extLst>
          </p:cNvPr>
          <p:cNvPicPr>
            <a:picLocks noChangeAspect="1"/>
          </p:cNvPicPr>
          <p:nvPr userDrawn="1"/>
        </p:nvPicPr>
        <p:blipFill>
          <a:blip r:embed="rId3">
            <a:alphaModFix/>
            <a:extLst>
              <a:ext uri="{28A0092B-C50C-407E-A947-70E740481C1C}">
                <a14:useLocalDpi xmlns:a14="http://schemas.microsoft.com/office/drawing/2010/main" val="0"/>
              </a:ext>
            </a:extLst>
          </a:blip>
          <a:stretch>
            <a:fillRect/>
          </a:stretch>
        </p:blipFill>
        <p:spPr>
          <a:xfrm>
            <a:off x="11046196" y="461636"/>
            <a:ext cx="1038095" cy="609524"/>
          </a:xfrm>
          <a:prstGeom prst="rect">
            <a:avLst/>
          </a:prstGeom>
        </p:spPr>
      </p:pic>
    </p:spTree>
    <p:extLst>
      <p:ext uri="{BB962C8B-B14F-4D97-AF65-F5344CB8AC3E}">
        <p14:creationId xmlns:p14="http://schemas.microsoft.com/office/powerpoint/2010/main" val="26405605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7_Title and Content">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EFCA58C1-3C33-448F-8F83-ED239108BCE7}"/>
              </a:ext>
            </a:extLst>
          </p:cNvPr>
          <p:cNvPicPr>
            <a:picLocks noChangeAspect="1"/>
          </p:cNvPicPr>
          <p:nvPr userDrawn="1"/>
        </p:nvPicPr>
        <p:blipFill>
          <a:blip r:embed="rId2">
            <a:alphaModFix amt="70000"/>
            <a:extLst>
              <a:ext uri="{28A0092B-C50C-407E-A947-70E740481C1C}">
                <a14:useLocalDpi xmlns:a14="http://schemas.microsoft.com/office/drawing/2010/main" val="0"/>
              </a:ext>
            </a:extLst>
          </a:blip>
          <a:srcRect l="81324" b="58780"/>
          <a:stretch>
            <a:fillRect/>
          </a:stretch>
        </p:blipFill>
        <p:spPr>
          <a:xfrm flipH="1">
            <a:off x="-3734" y="8745"/>
            <a:ext cx="2277035" cy="2826870"/>
          </a:xfrm>
          <a:prstGeom prst="rect">
            <a:avLst/>
          </a:prstGeom>
        </p:spPr>
      </p:pic>
      <p:sp>
        <p:nvSpPr>
          <p:cNvPr id="10" name="Rectangle 9">
            <a:extLst>
              <a:ext uri="{FF2B5EF4-FFF2-40B4-BE49-F238E27FC236}">
                <a16:creationId xmlns:a16="http://schemas.microsoft.com/office/drawing/2014/main" id="{83B50FDB-1887-A3FD-96B2-66A30FDF67AB}"/>
              </a:ext>
            </a:extLst>
          </p:cNvPr>
          <p:cNvSpPr/>
          <p:nvPr userDrawn="1"/>
        </p:nvSpPr>
        <p:spPr>
          <a:xfrm>
            <a:off x="10913035" y="0"/>
            <a:ext cx="1332752" cy="6858000"/>
          </a:xfrm>
          <a:prstGeom prst="rect">
            <a:avLst/>
          </a:prstGeom>
          <a:gradFill flip="none" rotWithShape="1">
            <a:gsLst>
              <a:gs pos="0">
                <a:srgbClr val="0A4873"/>
              </a:gs>
              <a:gs pos="58000">
                <a:schemeClr val="accent1">
                  <a:shade val="67500"/>
                  <a:satMod val="115000"/>
                </a:schemeClr>
              </a:gs>
              <a:gs pos="100000">
                <a:schemeClr val="accent1">
                  <a:shade val="100000"/>
                  <a:satMod val="115000"/>
                </a:schemeClr>
              </a:gs>
            </a:gsLst>
            <a:lin ang="135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ext Placeholder 7">
            <a:extLst>
              <a:ext uri="{FF2B5EF4-FFF2-40B4-BE49-F238E27FC236}">
                <a16:creationId xmlns:a16="http://schemas.microsoft.com/office/drawing/2014/main" id="{3F287942-67FA-F0FD-4BBE-ADAD77DACD45}"/>
              </a:ext>
            </a:extLst>
          </p:cNvPr>
          <p:cNvSpPr>
            <a:spLocks noGrp="1"/>
          </p:cNvSpPr>
          <p:nvPr>
            <p:ph type="body" sz="quarter" idx="12"/>
          </p:nvPr>
        </p:nvSpPr>
        <p:spPr>
          <a:xfrm>
            <a:off x="6004863" y="4584700"/>
            <a:ext cx="4752038" cy="2139950"/>
          </a:xfrm>
          <a:prstGeom prst="rect">
            <a:avLst/>
          </a:prstGeom>
        </p:spPr>
        <p:txBody>
          <a:bodyPr/>
          <a:lstStyle>
            <a:lvl1pPr marL="0" indent="0">
              <a:lnSpc>
                <a:spcPct val="125000"/>
              </a:lnSpc>
              <a:spcBef>
                <a:spcPts val="0"/>
              </a:spcBef>
              <a:buNone/>
              <a:defRPr sz="1200"/>
            </a:lvl1pPr>
          </a:lstStyle>
          <a:p>
            <a:pPr lvl="0"/>
            <a:endParaRPr lang="en-GB"/>
          </a:p>
        </p:txBody>
      </p:sp>
      <p:sp>
        <p:nvSpPr>
          <p:cNvPr id="15" name="Text Placeholder 7">
            <a:extLst>
              <a:ext uri="{FF2B5EF4-FFF2-40B4-BE49-F238E27FC236}">
                <a16:creationId xmlns:a16="http://schemas.microsoft.com/office/drawing/2014/main" id="{0D633268-08B9-2D0E-C366-887677A93D5B}"/>
              </a:ext>
            </a:extLst>
          </p:cNvPr>
          <p:cNvSpPr>
            <a:spLocks noGrp="1"/>
          </p:cNvSpPr>
          <p:nvPr>
            <p:ph type="body" sz="quarter" idx="14"/>
          </p:nvPr>
        </p:nvSpPr>
        <p:spPr>
          <a:xfrm>
            <a:off x="6000378" y="1847690"/>
            <a:ext cx="4752038" cy="2253814"/>
          </a:xfrm>
          <a:prstGeom prst="rect">
            <a:avLst/>
          </a:prstGeom>
        </p:spPr>
        <p:txBody>
          <a:bodyPr/>
          <a:lstStyle>
            <a:lvl1pPr marL="0" indent="0">
              <a:lnSpc>
                <a:spcPct val="125000"/>
              </a:lnSpc>
              <a:spcBef>
                <a:spcPts val="0"/>
              </a:spcBef>
              <a:buNone/>
              <a:defRPr sz="1200"/>
            </a:lvl1pPr>
          </a:lstStyle>
          <a:p>
            <a:pPr lvl="0"/>
            <a:endParaRPr lang="en-GB"/>
          </a:p>
        </p:txBody>
      </p:sp>
      <p:sp>
        <p:nvSpPr>
          <p:cNvPr id="16" name="Text Placeholder 7">
            <a:extLst>
              <a:ext uri="{FF2B5EF4-FFF2-40B4-BE49-F238E27FC236}">
                <a16:creationId xmlns:a16="http://schemas.microsoft.com/office/drawing/2014/main" id="{CAB021FA-E6AE-808E-9889-1D32A753E79F}"/>
              </a:ext>
            </a:extLst>
          </p:cNvPr>
          <p:cNvSpPr>
            <a:spLocks noGrp="1"/>
          </p:cNvSpPr>
          <p:nvPr>
            <p:ph type="body" sz="quarter" idx="15"/>
          </p:nvPr>
        </p:nvSpPr>
        <p:spPr>
          <a:xfrm>
            <a:off x="475877" y="4584700"/>
            <a:ext cx="4752038" cy="2139950"/>
          </a:xfrm>
          <a:prstGeom prst="rect">
            <a:avLst/>
          </a:prstGeom>
        </p:spPr>
        <p:txBody>
          <a:bodyPr/>
          <a:lstStyle>
            <a:lvl1pPr marL="0" indent="0">
              <a:lnSpc>
                <a:spcPct val="125000"/>
              </a:lnSpc>
              <a:spcBef>
                <a:spcPts val="0"/>
              </a:spcBef>
              <a:buNone/>
              <a:defRPr sz="1200"/>
            </a:lvl1pPr>
          </a:lstStyle>
          <a:p>
            <a:pPr lvl="0"/>
            <a:endParaRPr lang="en-GB"/>
          </a:p>
        </p:txBody>
      </p:sp>
      <p:sp>
        <p:nvSpPr>
          <p:cNvPr id="17" name="Text Placeholder 7">
            <a:extLst>
              <a:ext uri="{FF2B5EF4-FFF2-40B4-BE49-F238E27FC236}">
                <a16:creationId xmlns:a16="http://schemas.microsoft.com/office/drawing/2014/main" id="{A7A6104A-90F2-B6EF-9EAA-82EFA3EA2FB0}"/>
              </a:ext>
            </a:extLst>
          </p:cNvPr>
          <p:cNvSpPr>
            <a:spLocks noGrp="1"/>
          </p:cNvSpPr>
          <p:nvPr>
            <p:ph type="body" sz="quarter" idx="16"/>
          </p:nvPr>
        </p:nvSpPr>
        <p:spPr>
          <a:xfrm>
            <a:off x="475877" y="1847690"/>
            <a:ext cx="4752038" cy="2253814"/>
          </a:xfrm>
          <a:prstGeom prst="rect">
            <a:avLst/>
          </a:prstGeom>
        </p:spPr>
        <p:txBody>
          <a:bodyPr/>
          <a:lstStyle>
            <a:lvl1pPr marL="0" indent="0">
              <a:lnSpc>
                <a:spcPct val="125000"/>
              </a:lnSpc>
              <a:spcBef>
                <a:spcPts val="0"/>
              </a:spcBef>
              <a:buNone/>
              <a:defRPr sz="1200"/>
            </a:lvl1pPr>
          </a:lstStyle>
          <a:p>
            <a:pPr lvl="0"/>
            <a:endParaRPr lang="en-GB"/>
          </a:p>
        </p:txBody>
      </p:sp>
      <p:sp>
        <p:nvSpPr>
          <p:cNvPr id="18" name="Text Placeholder 7">
            <a:extLst>
              <a:ext uri="{FF2B5EF4-FFF2-40B4-BE49-F238E27FC236}">
                <a16:creationId xmlns:a16="http://schemas.microsoft.com/office/drawing/2014/main" id="{08162926-956C-1961-AF05-0F3E3A6ADB7E}"/>
              </a:ext>
            </a:extLst>
          </p:cNvPr>
          <p:cNvSpPr>
            <a:spLocks noGrp="1"/>
          </p:cNvSpPr>
          <p:nvPr>
            <p:ph type="body" sz="quarter" idx="17"/>
          </p:nvPr>
        </p:nvSpPr>
        <p:spPr>
          <a:xfrm>
            <a:off x="475877" y="1414120"/>
            <a:ext cx="4752038" cy="369332"/>
          </a:xfrm>
          <a:prstGeom prst="rect">
            <a:avLst/>
          </a:prstGeom>
        </p:spPr>
        <p:txBody>
          <a:bodyPr/>
          <a:lstStyle>
            <a:lvl1pPr marL="0" indent="0">
              <a:lnSpc>
                <a:spcPct val="125000"/>
              </a:lnSpc>
              <a:spcBef>
                <a:spcPts val="0"/>
              </a:spcBef>
              <a:buNone/>
              <a:defRPr sz="1800" b="1">
                <a:solidFill>
                  <a:srgbClr val="BB1C73"/>
                </a:solidFill>
              </a:defRPr>
            </a:lvl1pPr>
          </a:lstStyle>
          <a:p>
            <a:pPr lvl="0"/>
            <a:endParaRPr lang="en-GB"/>
          </a:p>
        </p:txBody>
      </p:sp>
      <p:sp>
        <p:nvSpPr>
          <p:cNvPr id="19" name="Text Placeholder 7">
            <a:extLst>
              <a:ext uri="{FF2B5EF4-FFF2-40B4-BE49-F238E27FC236}">
                <a16:creationId xmlns:a16="http://schemas.microsoft.com/office/drawing/2014/main" id="{6B5500DA-695C-645A-C0FC-6CC69F5A0A89}"/>
              </a:ext>
            </a:extLst>
          </p:cNvPr>
          <p:cNvSpPr>
            <a:spLocks noGrp="1"/>
          </p:cNvSpPr>
          <p:nvPr>
            <p:ph type="body" sz="quarter" idx="18"/>
          </p:nvPr>
        </p:nvSpPr>
        <p:spPr>
          <a:xfrm>
            <a:off x="6000379" y="1414120"/>
            <a:ext cx="4752038" cy="369332"/>
          </a:xfrm>
          <a:prstGeom prst="rect">
            <a:avLst/>
          </a:prstGeom>
        </p:spPr>
        <p:txBody>
          <a:bodyPr/>
          <a:lstStyle>
            <a:lvl1pPr marL="0" indent="0">
              <a:lnSpc>
                <a:spcPct val="125000"/>
              </a:lnSpc>
              <a:spcBef>
                <a:spcPts val="0"/>
              </a:spcBef>
              <a:buNone/>
              <a:defRPr sz="1800" b="1">
                <a:solidFill>
                  <a:srgbClr val="BB1C73"/>
                </a:solidFill>
              </a:defRPr>
            </a:lvl1pPr>
          </a:lstStyle>
          <a:p>
            <a:pPr lvl="0"/>
            <a:endParaRPr lang="en-GB"/>
          </a:p>
        </p:txBody>
      </p:sp>
      <p:sp>
        <p:nvSpPr>
          <p:cNvPr id="20" name="Text Placeholder 7">
            <a:extLst>
              <a:ext uri="{FF2B5EF4-FFF2-40B4-BE49-F238E27FC236}">
                <a16:creationId xmlns:a16="http://schemas.microsoft.com/office/drawing/2014/main" id="{F77AB940-F575-FB02-4067-934E5A1E6B96}"/>
              </a:ext>
            </a:extLst>
          </p:cNvPr>
          <p:cNvSpPr>
            <a:spLocks noGrp="1"/>
          </p:cNvSpPr>
          <p:nvPr>
            <p:ph type="body" sz="quarter" idx="19"/>
          </p:nvPr>
        </p:nvSpPr>
        <p:spPr>
          <a:xfrm>
            <a:off x="475877" y="4153176"/>
            <a:ext cx="4752038" cy="369332"/>
          </a:xfrm>
          <a:prstGeom prst="rect">
            <a:avLst/>
          </a:prstGeom>
        </p:spPr>
        <p:txBody>
          <a:bodyPr/>
          <a:lstStyle>
            <a:lvl1pPr marL="0" indent="0">
              <a:lnSpc>
                <a:spcPct val="125000"/>
              </a:lnSpc>
              <a:spcBef>
                <a:spcPts val="0"/>
              </a:spcBef>
              <a:buNone/>
              <a:defRPr sz="1800" b="1">
                <a:solidFill>
                  <a:srgbClr val="BB1C73"/>
                </a:solidFill>
              </a:defRPr>
            </a:lvl1pPr>
          </a:lstStyle>
          <a:p>
            <a:pPr lvl="0"/>
            <a:endParaRPr lang="en-GB"/>
          </a:p>
        </p:txBody>
      </p:sp>
      <p:sp>
        <p:nvSpPr>
          <p:cNvPr id="21" name="Text Placeholder 7">
            <a:extLst>
              <a:ext uri="{FF2B5EF4-FFF2-40B4-BE49-F238E27FC236}">
                <a16:creationId xmlns:a16="http://schemas.microsoft.com/office/drawing/2014/main" id="{B4710609-5077-00B2-5806-FE592C6F0EC5}"/>
              </a:ext>
            </a:extLst>
          </p:cNvPr>
          <p:cNvSpPr>
            <a:spLocks noGrp="1"/>
          </p:cNvSpPr>
          <p:nvPr>
            <p:ph type="body" sz="quarter" idx="20"/>
          </p:nvPr>
        </p:nvSpPr>
        <p:spPr>
          <a:xfrm>
            <a:off x="6000377" y="4152631"/>
            <a:ext cx="4752038" cy="369332"/>
          </a:xfrm>
          <a:prstGeom prst="rect">
            <a:avLst/>
          </a:prstGeom>
        </p:spPr>
        <p:txBody>
          <a:bodyPr/>
          <a:lstStyle>
            <a:lvl1pPr marL="0" indent="0">
              <a:lnSpc>
                <a:spcPct val="125000"/>
              </a:lnSpc>
              <a:spcBef>
                <a:spcPts val="0"/>
              </a:spcBef>
              <a:buNone/>
              <a:defRPr sz="1800" b="1">
                <a:solidFill>
                  <a:srgbClr val="BB1C73"/>
                </a:solidFill>
              </a:defRPr>
            </a:lvl1pPr>
          </a:lstStyle>
          <a:p>
            <a:pPr lvl="0"/>
            <a:endParaRPr lang="en-GB"/>
          </a:p>
        </p:txBody>
      </p:sp>
      <p:sp>
        <p:nvSpPr>
          <p:cNvPr id="2" name="Text Placeholder 7">
            <a:extLst>
              <a:ext uri="{FF2B5EF4-FFF2-40B4-BE49-F238E27FC236}">
                <a16:creationId xmlns:a16="http://schemas.microsoft.com/office/drawing/2014/main" id="{61A62274-1ADA-7058-CAF2-A0CFA6CC6621}"/>
              </a:ext>
            </a:extLst>
          </p:cNvPr>
          <p:cNvSpPr>
            <a:spLocks noGrp="1"/>
          </p:cNvSpPr>
          <p:nvPr>
            <p:ph type="body" sz="quarter" idx="13"/>
          </p:nvPr>
        </p:nvSpPr>
        <p:spPr>
          <a:xfrm>
            <a:off x="475876" y="461636"/>
            <a:ext cx="10048875" cy="719137"/>
          </a:xfrm>
          <a:prstGeom prst="rect">
            <a:avLst/>
          </a:prstGeom>
        </p:spPr>
        <p:txBody>
          <a:bodyPr/>
          <a:lstStyle>
            <a:lvl1pPr>
              <a:lnSpc>
                <a:spcPct val="125000"/>
              </a:lnSpc>
              <a:buNone/>
              <a:defRPr sz="4000" b="1">
                <a:solidFill>
                  <a:srgbClr val="0A4873"/>
                </a:solidFill>
              </a:defRPr>
            </a:lvl1pPr>
          </a:lstStyle>
          <a:p>
            <a:pPr lvl="0"/>
            <a:endParaRPr lang="en-GB"/>
          </a:p>
        </p:txBody>
      </p:sp>
      <p:pic>
        <p:nvPicPr>
          <p:cNvPr id="6" name="Picture 5">
            <a:extLst>
              <a:ext uri="{FF2B5EF4-FFF2-40B4-BE49-F238E27FC236}">
                <a16:creationId xmlns:a16="http://schemas.microsoft.com/office/drawing/2014/main" id="{3CE7B6AF-5965-4D64-0CB5-DF1E1BB8BFAB}"/>
              </a:ext>
            </a:extLst>
          </p:cNvPr>
          <p:cNvPicPr>
            <a:picLocks noChangeAspect="1"/>
          </p:cNvPicPr>
          <p:nvPr userDrawn="1"/>
        </p:nvPicPr>
        <p:blipFill>
          <a:blip r:embed="rId3">
            <a:alphaModFix/>
            <a:extLst>
              <a:ext uri="{28A0092B-C50C-407E-A947-70E740481C1C}">
                <a14:useLocalDpi xmlns:a14="http://schemas.microsoft.com/office/drawing/2010/main" val="0"/>
              </a:ext>
            </a:extLst>
          </a:blip>
          <a:stretch>
            <a:fillRect/>
          </a:stretch>
        </p:blipFill>
        <p:spPr>
          <a:xfrm>
            <a:off x="11046196" y="461636"/>
            <a:ext cx="1038095" cy="609524"/>
          </a:xfrm>
          <a:prstGeom prst="rect">
            <a:avLst/>
          </a:prstGeom>
        </p:spPr>
      </p:pic>
    </p:spTree>
    <p:extLst>
      <p:ext uri="{BB962C8B-B14F-4D97-AF65-F5344CB8AC3E}">
        <p14:creationId xmlns:p14="http://schemas.microsoft.com/office/powerpoint/2010/main" val="59230290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6_Two Content">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F43B2FB1-8AA5-356B-1585-28351D7E8E1E}"/>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0" name="Rectangle: Rounded Corners 9">
            <a:extLst>
              <a:ext uri="{FF2B5EF4-FFF2-40B4-BE49-F238E27FC236}">
                <a16:creationId xmlns:a16="http://schemas.microsoft.com/office/drawing/2014/main" id="{E3B51D4A-362A-1BDE-D807-F0F37BEF76BB}"/>
              </a:ext>
            </a:extLst>
          </p:cNvPr>
          <p:cNvSpPr/>
          <p:nvPr userDrawn="1"/>
        </p:nvSpPr>
        <p:spPr>
          <a:xfrm>
            <a:off x="6245412" y="1476188"/>
            <a:ext cx="6974541" cy="5157694"/>
          </a:xfrm>
          <a:prstGeom prst="roundRect">
            <a:avLst/>
          </a:prstGeom>
          <a:solidFill>
            <a:srgbClr val="0A4873"/>
          </a:solidFill>
          <a:ln w="19050">
            <a:solidFill>
              <a:srgbClr val="0A4873"/>
            </a:solidFill>
          </a:ln>
          <a:effectLst>
            <a:softEdge rad="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ext Placeholder 7">
            <a:extLst>
              <a:ext uri="{FF2B5EF4-FFF2-40B4-BE49-F238E27FC236}">
                <a16:creationId xmlns:a16="http://schemas.microsoft.com/office/drawing/2014/main" id="{8A8B151B-3F1E-D1CF-7369-5E61692FE729}"/>
              </a:ext>
            </a:extLst>
          </p:cNvPr>
          <p:cNvSpPr>
            <a:spLocks noGrp="1"/>
          </p:cNvSpPr>
          <p:nvPr>
            <p:ph type="body" sz="quarter" idx="14"/>
          </p:nvPr>
        </p:nvSpPr>
        <p:spPr>
          <a:xfrm>
            <a:off x="333664" y="2302092"/>
            <a:ext cx="5420591" cy="4144889"/>
          </a:xfrm>
          <a:prstGeom prst="rect">
            <a:avLst/>
          </a:prstGeom>
        </p:spPr>
        <p:txBody>
          <a:bodyPr/>
          <a:lstStyle>
            <a:lvl1pPr marL="0" indent="0">
              <a:lnSpc>
                <a:spcPct val="125000"/>
              </a:lnSpc>
              <a:spcBef>
                <a:spcPts val="0"/>
              </a:spcBef>
              <a:buNone/>
              <a:defRPr sz="1200"/>
            </a:lvl1pPr>
          </a:lstStyle>
          <a:p>
            <a:pPr lvl="0"/>
            <a:endParaRPr lang="en-GB"/>
          </a:p>
        </p:txBody>
      </p:sp>
      <p:sp>
        <p:nvSpPr>
          <p:cNvPr id="3" name="Text Placeholder 7">
            <a:extLst>
              <a:ext uri="{FF2B5EF4-FFF2-40B4-BE49-F238E27FC236}">
                <a16:creationId xmlns:a16="http://schemas.microsoft.com/office/drawing/2014/main" id="{2F387FEF-44D5-C8F9-DDAA-8552C856AC81}"/>
              </a:ext>
            </a:extLst>
          </p:cNvPr>
          <p:cNvSpPr>
            <a:spLocks noGrp="1"/>
          </p:cNvSpPr>
          <p:nvPr>
            <p:ph type="body" sz="quarter" idx="18"/>
          </p:nvPr>
        </p:nvSpPr>
        <p:spPr>
          <a:xfrm>
            <a:off x="333665" y="1868523"/>
            <a:ext cx="5420591" cy="433570"/>
          </a:xfrm>
          <a:prstGeom prst="rect">
            <a:avLst/>
          </a:prstGeom>
        </p:spPr>
        <p:txBody>
          <a:bodyPr/>
          <a:lstStyle>
            <a:lvl1pPr marL="0" indent="0">
              <a:lnSpc>
                <a:spcPct val="125000"/>
              </a:lnSpc>
              <a:spcBef>
                <a:spcPts val="0"/>
              </a:spcBef>
              <a:buNone/>
              <a:defRPr sz="1800" b="1">
                <a:solidFill>
                  <a:srgbClr val="BB1C73"/>
                </a:solidFill>
              </a:defRPr>
            </a:lvl1pPr>
          </a:lstStyle>
          <a:p>
            <a:pPr lvl="0"/>
            <a:endParaRPr lang="en-GB"/>
          </a:p>
        </p:txBody>
      </p:sp>
      <p:sp>
        <p:nvSpPr>
          <p:cNvPr id="4" name="Text Placeholder 7">
            <a:extLst>
              <a:ext uri="{FF2B5EF4-FFF2-40B4-BE49-F238E27FC236}">
                <a16:creationId xmlns:a16="http://schemas.microsoft.com/office/drawing/2014/main" id="{88B06871-54B7-3B60-DDCE-E220D2650F61}"/>
              </a:ext>
            </a:extLst>
          </p:cNvPr>
          <p:cNvSpPr>
            <a:spLocks noGrp="1"/>
          </p:cNvSpPr>
          <p:nvPr>
            <p:ph type="body" sz="quarter" idx="19"/>
          </p:nvPr>
        </p:nvSpPr>
        <p:spPr>
          <a:xfrm>
            <a:off x="6789882" y="2302092"/>
            <a:ext cx="5180445" cy="4144889"/>
          </a:xfrm>
          <a:prstGeom prst="rect">
            <a:avLst/>
          </a:prstGeom>
        </p:spPr>
        <p:txBody>
          <a:bodyPr/>
          <a:lstStyle>
            <a:lvl1pPr marL="0" indent="0">
              <a:lnSpc>
                <a:spcPct val="125000"/>
              </a:lnSpc>
              <a:spcBef>
                <a:spcPts val="0"/>
              </a:spcBef>
              <a:buNone/>
              <a:defRPr sz="1200">
                <a:solidFill>
                  <a:schemeClr val="bg1"/>
                </a:solidFill>
              </a:defRPr>
            </a:lvl1pPr>
          </a:lstStyle>
          <a:p>
            <a:pPr lvl="0"/>
            <a:endParaRPr lang="en-GB"/>
          </a:p>
        </p:txBody>
      </p:sp>
      <p:sp>
        <p:nvSpPr>
          <p:cNvPr id="5" name="Text Placeholder 7">
            <a:extLst>
              <a:ext uri="{FF2B5EF4-FFF2-40B4-BE49-F238E27FC236}">
                <a16:creationId xmlns:a16="http://schemas.microsoft.com/office/drawing/2014/main" id="{9995C7FF-715E-A0E4-5180-1A1743843EBE}"/>
              </a:ext>
            </a:extLst>
          </p:cNvPr>
          <p:cNvSpPr>
            <a:spLocks noGrp="1"/>
          </p:cNvSpPr>
          <p:nvPr>
            <p:ph type="body" sz="quarter" idx="20"/>
          </p:nvPr>
        </p:nvSpPr>
        <p:spPr>
          <a:xfrm>
            <a:off x="6789883" y="1868523"/>
            <a:ext cx="5180444" cy="369332"/>
          </a:xfrm>
          <a:prstGeom prst="rect">
            <a:avLst/>
          </a:prstGeom>
        </p:spPr>
        <p:txBody>
          <a:bodyPr/>
          <a:lstStyle>
            <a:lvl1pPr marL="0" indent="0">
              <a:lnSpc>
                <a:spcPct val="125000"/>
              </a:lnSpc>
              <a:spcBef>
                <a:spcPts val="0"/>
              </a:spcBef>
              <a:buNone/>
              <a:defRPr sz="1800" b="1">
                <a:solidFill>
                  <a:schemeClr val="bg1"/>
                </a:solidFill>
              </a:defRPr>
            </a:lvl1pPr>
          </a:lstStyle>
          <a:p>
            <a:pPr lvl="0"/>
            <a:endParaRPr lang="en-GB"/>
          </a:p>
        </p:txBody>
      </p:sp>
      <p:sp>
        <p:nvSpPr>
          <p:cNvPr id="7" name="Text Placeholder 7">
            <a:extLst>
              <a:ext uri="{FF2B5EF4-FFF2-40B4-BE49-F238E27FC236}">
                <a16:creationId xmlns:a16="http://schemas.microsoft.com/office/drawing/2014/main" id="{669C8229-BB60-5B51-3933-6E1A9F6D1BF7}"/>
              </a:ext>
            </a:extLst>
          </p:cNvPr>
          <p:cNvSpPr>
            <a:spLocks noGrp="1"/>
          </p:cNvSpPr>
          <p:nvPr>
            <p:ph type="body" sz="quarter" idx="13"/>
          </p:nvPr>
        </p:nvSpPr>
        <p:spPr>
          <a:xfrm>
            <a:off x="475876" y="461636"/>
            <a:ext cx="10048875" cy="719137"/>
          </a:xfrm>
          <a:prstGeom prst="rect">
            <a:avLst/>
          </a:prstGeom>
        </p:spPr>
        <p:txBody>
          <a:bodyPr/>
          <a:lstStyle>
            <a:lvl1pPr>
              <a:lnSpc>
                <a:spcPct val="125000"/>
              </a:lnSpc>
              <a:buNone/>
              <a:defRPr sz="4000" b="1">
                <a:solidFill>
                  <a:srgbClr val="0A4873"/>
                </a:solidFill>
              </a:defRPr>
            </a:lvl1pPr>
          </a:lstStyle>
          <a:p>
            <a:pPr lvl="0"/>
            <a:endParaRPr lang="en-GB"/>
          </a:p>
        </p:txBody>
      </p:sp>
    </p:spTree>
    <p:extLst>
      <p:ext uri="{BB962C8B-B14F-4D97-AF65-F5344CB8AC3E}">
        <p14:creationId xmlns:p14="http://schemas.microsoft.com/office/powerpoint/2010/main" val="176304860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4_Two Conten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E22024B-8FE7-B420-37F8-1B78EF27E53D}"/>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0" name="Rectangle: Rounded Corners 9">
            <a:extLst>
              <a:ext uri="{FF2B5EF4-FFF2-40B4-BE49-F238E27FC236}">
                <a16:creationId xmlns:a16="http://schemas.microsoft.com/office/drawing/2014/main" id="{E3B51D4A-362A-1BDE-D807-F0F37BEF76BB}"/>
              </a:ext>
            </a:extLst>
          </p:cNvPr>
          <p:cNvSpPr/>
          <p:nvPr userDrawn="1"/>
        </p:nvSpPr>
        <p:spPr>
          <a:xfrm>
            <a:off x="-1362635" y="1571812"/>
            <a:ext cx="7339111" cy="5085976"/>
          </a:xfrm>
          <a:prstGeom prst="roundRect">
            <a:avLst/>
          </a:prstGeom>
          <a:solidFill>
            <a:srgbClr val="0A4873"/>
          </a:solidFill>
          <a:ln w="19050">
            <a:solidFill>
              <a:srgbClr val="0A4873"/>
            </a:solidFill>
          </a:ln>
          <a:effectLst>
            <a:softEdge rad="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ext Placeholder 7">
            <a:extLst>
              <a:ext uri="{FF2B5EF4-FFF2-40B4-BE49-F238E27FC236}">
                <a16:creationId xmlns:a16="http://schemas.microsoft.com/office/drawing/2014/main" id="{75607A7B-4B52-8034-9796-CCB7D05C5737}"/>
              </a:ext>
            </a:extLst>
          </p:cNvPr>
          <p:cNvSpPr>
            <a:spLocks noGrp="1"/>
          </p:cNvSpPr>
          <p:nvPr>
            <p:ph type="body" sz="quarter" idx="19"/>
          </p:nvPr>
        </p:nvSpPr>
        <p:spPr>
          <a:xfrm>
            <a:off x="315191" y="2292856"/>
            <a:ext cx="5180445" cy="4144889"/>
          </a:xfrm>
          <a:prstGeom prst="rect">
            <a:avLst/>
          </a:prstGeom>
        </p:spPr>
        <p:txBody>
          <a:bodyPr/>
          <a:lstStyle>
            <a:lvl1pPr marL="0" indent="0">
              <a:lnSpc>
                <a:spcPct val="125000"/>
              </a:lnSpc>
              <a:spcBef>
                <a:spcPts val="0"/>
              </a:spcBef>
              <a:buNone/>
              <a:defRPr sz="1200">
                <a:solidFill>
                  <a:schemeClr val="bg1"/>
                </a:solidFill>
              </a:defRPr>
            </a:lvl1pPr>
          </a:lstStyle>
          <a:p>
            <a:pPr lvl="0"/>
            <a:endParaRPr lang="en-GB"/>
          </a:p>
        </p:txBody>
      </p:sp>
      <p:sp>
        <p:nvSpPr>
          <p:cNvPr id="4" name="Text Placeholder 7">
            <a:extLst>
              <a:ext uri="{FF2B5EF4-FFF2-40B4-BE49-F238E27FC236}">
                <a16:creationId xmlns:a16="http://schemas.microsoft.com/office/drawing/2014/main" id="{8B58F2C2-AD30-85C5-F69E-6933A6828FC1}"/>
              </a:ext>
            </a:extLst>
          </p:cNvPr>
          <p:cNvSpPr>
            <a:spLocks noGrp="1"/>
          </p:cNvSpPr>
          <p:nvPr>
            <p:ph type="body" sz="quarter" idx="20"/>
          </p:nvPr>
        </p:nvSpPr>
        <p:spPr>
          <a:xfrm>
            <a:off x="315192" y="1859287"/>
            <a:ext cx="5180444" cy="369332"/>
          </a:xfrm>
          <a:prstGeom prst="rect">
            <a:avLst/>
          </a:prstGeom>
        </p:spPr>
        <p:txBody>
          <a:bodyPr/>
          <a:lstStyle>
            <a:lvl1pPr marL="0" indent="0">
              <a:lnSpc>
                <a:spcPct val="125000"/>
              </a:lnSpc>
              <a:spcBef>
                <a:spcPts val="0"/>
              </a:spcBef>
              <a:buNone/>
              <a:defRPr sz="1800" b="1">
                <a:solidFill>
                  <a:schemeClr val="bg1"/>
                </a:solidFill>
              </a:defRPr>
            </a:lvl1pPr>
          </a:lstStyle>
          <a:p>
            <a:pPr lvl="0"/>
            <a:endParaRPr lang="en-GB"/>
          </a:p>
        </p:txBody>
      </p:sp>
      <p:sp>
        <p:nvSpPr>
          <p:cNvPr id="7" name="Text Placeholder 7">
            <a:extLst>
              <a:ext uri="{FF2B5EF4-FFF2-40B4-BE49-F238E27FC236}">
                <a16:creationId xmlns:a16="http://schemas.microsoft.com/office/drawing/2014/main" id="{57096324-3CBD-E9E5-BBF2-3303440FFE81}"/>
              </a:ext>
            </a:extLst>
          </p:cNvPr>
          <p:cNvSpPr>
            <a:spLocks noGrp="1"/>
          </p:cNvSpPr>
          <p:nvPr>
            <p:ph type="body" sz="quarter" idx="14"/>
          </p:nvPr>
        </p:nvSpPr>
        <p:spPr>
          <a:xfrm>
            <a:off x="6456216" y="2292856"/>
            <a:ext cx="5420591" cy="4144889"/>
          </a:xfrm>
          <a:prstGeom prst="rect">
            <a:avLst/>
          </a:prstGeom>
        </p:spPr>
        <p:txBody>
          <a:bodyPr/>
          <a:lstStyle>
            <a:lvl1pPr marL="0" indent="0">
              <a:lnSpc>
                <a:spcPct val="125000"/>
              </a:lnSpc>
              <a:spcBef>
                <a:spcPts val="0"/>
              </a:spcBef>
              <a:buNone/>
              <a:defRPr sz="1200"/>
            </a:lvl1pPr>
          </a:lstStyle>
          <a:p>
            <a:pPr lvl="0"/>
            <a:endParaRPr lang="en-GB"/>
          </a:p>
        </p:txBody>
      </p:sp>
      <p:sp>
        <p:nvSpPr>
          <p:cNvPr id="8" name="Text Placeholder 7">
            <a:extLst>
              <a:ext uri="{FF2B5EF4-FFF2-40B4-BE49-F238E27FC236}">
                <a16:creationId xmlns:a16="http://schemas.microsoft.com/office/drawing/2014/main" id="{616F188E-0B18-6EC6-7F43-A17F4C4BBEDE}"/>
              </a:ext>
            </a:extLst>
          </p:cNvPr>
          <p:cNvSpPr>
            <a:spLocks noGrp="1"/>
          </p:cNvSpPr>
          <p:nvPr>
            <p:ph type="body" sz="quarter" idx="18"/>
          </p:nvPr>
        </p:nvSpPr>
        <p:spPr>
          <a:xfrm>
            <a:off x="6456217" y="1859287"/>
            <a:ext cx="5420591" cy="433570"/>
          </a:xfrm>
          <a:prstGeom prst="rect">
            <a:avLst/>
          </a:prstGeom>
        </p:spPr>
        <p:txBody>
          <a:bodyPr/>
          <a:lstStyle>
            <a:lvl1pPr marL="0" indent="0">
              <a:lnSpc>
                <a:spcPct val="125000"/>
              </a:lnSpc>
              <a:spcBef>
                <a:spcPts val="0"/>
              </a:spcBef>
              <a:buNone/>
              <a:defRPr sz="1800" b="1">
                <a:solidFill>
                  <a:srgbClr val="BB1C73"/>
                </a:solidFill>
              </a:defRPr>
            </a:lvl1pPr>
          </a:lstStyle>
          <a:p>
            <a:pPr lvl="0"/>
            <a:endParaRPr lang="en-GB"/>
          </a:p>
        </p:txBody>
      </p:sp>
      <p:sp>
        <p:nvSpPr>
          <p:cNvPr id="13" name="Text Placeholder 7">
            <a:extLst>
              <a:ext uri="{FF2B5EF4-FFF2-40B4-BE49-F238E27FC236}">
                <a16:creationId xmlns:a16="http://schemas.microsoft.com/office/drawing/2014/main" id="{B6DE0A95-E84B-BEF9-9C88-28EECF8D9ABA}"/>
              </a:ext>
            </a:extLst>
          </p:cNvPr>
          <p:cNvSpPr>
            <a:spLocks noGrp="1"/>
          </p:cNvSpPr>
          <p:nvPr>
            <p:ph type="body" sz="quarter" idx="13"/>
          </p:nvPr>
        </p:nvSpPr>
        <p:spPr>
          <a:xfrm>
            <a:off x="475876" y="461636"/>
            <a:ext cx="10048875" cy="719137"/>
          </a:xfrm>
          <a:prstGeom prst="rect">
            <a:avLst/>
          </a:prstGeom>
        </p:spPr>
        <p:txBody>
          <a:bodyPr/>
          <a:lstStyle>
            <a:lvl1pPr>
              <a:lnSpc>
                <a:spcPct val="125000"/>
              </a:lnSpc>
              <a:buNone/>
              <a:defRPr sz="4000" b="1">
                <a:solidFill>
                  <a:srgbClr val="0A4873"/>
                </a:solidFill>
              </a:defRPr>
            </a:lvl1pPr>
          </a:lstStyle>
          <a:p>
            <a:pPr lvl="0"/>
            <a:endParaRPr lang="en-GB"/>
          </a:p>
        </p:txBody>
      </p:sp>
    </p:spTree>
    <p:extLst>
      <p:ext uri="{BB962C8B-B14F-4D97-AF65-F5344CB8AC3E}">
        <p14:creationId xmlns:p14="http://schemas.microsoft.com/office/powerpoint/2010/main" val="335922632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9_Two Content">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23DA8D3-7E80-35D6-EF8C-E55B888BEC44}"/>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0" name="Rectangle: Rounded Corners 9">
            <a:extLst>
              <a:ext uri="{FF2B5EF4-FFF2-40B4-BE49-F238E27FC236}">
                <a16:creationId xmlns:a16="http://schemas.microsoft.com/office/drawing/2014/main" id="{E3B51D4A-362A-1BDE-D807-F0F37BEF76BB}"/>
              </a:ext>
            </a:extLst>
          </p:cNvPr>
          <p:cNvSpPr/>
          <p:nvPr userDrawn="1"/>
        </p:nvSpPr>
        <p:spPr>
          <a:xfrm>
            <a:off x="-1362635" y="1571812"/>
            <a:ext cx="7339111" cy="5085976"/>
          </a:xfrm>
          <a:prstGeom prst="roundRect">
            <a:avLst/>
          </a:prstGeom>
          <a:solidFill>
            <a:srgbClr val="0A4873"/>
          </a:solidFill>
          <a:ln w="19050">
            <a:solidFill>
              <a:srgbClr val="0A4873"/>
            </a:solidFill>
          </a:ln>
          <a:effectLst>
            <a:softEdge rad="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Chart Placeholder 6">
            <a:extLst>
              <a:ext uri="{FF2B5EF4-FFF2-40B4-BE49-F238E27FC236}">
                <a16:creationId xmlns:a16="http://schemas.microsoft.com/office/drawing/2014/main" id="{A9F89941-5E00-E711-BBA7-73CBCD456AA4}"/>
              </a:ext>
            </a:extLst>
          </p:cNvPr>
          <p:cNvSpPr>
            <a:spLocks noGrp="1"/>
          </p:cNvSpPr>
          <p:nvPr>
            <p:ph type="chart" sz="quarter" idx="10"/>
          </p:nvPr>
        </p:nvSpPr>
        <p:spPr>
          <a:xfrm>
            <a:off x="6305550" y="1638300"/>
            <a:ext cx="5622925" cy="5084763"/>
          </a:xfrm>
          <a:prstGeom prst="rect">
            <a:avLst/>
          </a:prstGeom>
        </p:spPr>
        <p:txBody>
          <a:bodyPr/>
          <a:lstStyle/>
          <a:p>
            <a:endParaRPr lang="en-GB"/>
          </a:p>
        </p:txBody>
      </p:sp>
      <p:sp>
        <p:nvSpPr>
          <p:cNvPr id="3" name="Text Placeholder 7">
            <a:extLst>
              <a:ext uri="{FF2B5EF4-FFF2-40B4-BE49-F238E27FC236}">
                <a16:creationId xmlns:a16="http://schemas.microsoft.com/office/drawing/2014/main" id="{C6BF7F4C-0B03-8828-8624-F14AB3C782A4}"/>
              </a:ext>
            </a:extLst>
          </p:cNvPr>
          <p:cNvSpPr>
            <a:spLocks noGrp="1"/>
          </p:cNvSpPr>
          <p:nvPr>
            <p:ph type="body" sz="quarter" idx="19"/>
          </p:nvPr>
        </p:nvSpPr>
        <p:spPr>
          <a:xfrm>
            <a:off x="315191" y="2292856"/>
            <a:ext cx="5180445" cy="4144889"/>
          </a:xfrm>
          <a:prstGeom prst="rect">
            <a:avLst/>
          </a:prstGeom>
        </p:spPr>
        <p:txBody>
          <a:bodyPr/>
          <a:lstStyle>
            <a:lvl1pPr marL="0" indent="0">
              <a:lnSpc>
                <a:spcPct val="125000"/>
              </a:lnSpc>
              <a:spcBef>
                <a:spcPts val="0"/>
              </a:spcBef>
              <a:buNone/>
              <a:defRPr sz="1200">
                <a:solidFill>
                  <a:schemeClr val="bg1"/>
                </a:solidFill>
              </a:defRPr>
            </a:lvl1pPr>
          </a:lstStyle>
          <a:p>
            <a:pPr lvl="0"/>
            <a:endParaRPr lang="en-GB"/>
          </a:p>
        </p:txBody>
      </p:sp>
      <p:sp>
        <p:nvSpPr>
          <p:cNvPr id="4" name="Text Placeholder 7">
            <a:extLst>
              <a:ext uri="{FF2B5EF4-FFF2-40B4-BE49-F238E27FC236}">
                <a16:creationId xmlns:a16="http://schemas.microsoft.com/office/drawing/2014/main" id="{300317EE-269F-7C71-FBF6-A865812A3033}"/>
              </a:ext>
            </a:extLst>
          </p:cNvPr>
          <p:cNvSpPr>
            <a:spLocks noGrp="1"/>
          </p:cNvSpPr>
          <p:nvPr>
            <p:ph type="body" sz="quarter" idx="20"/>
          </p:nvPr>
        </p:nvSpPr>
        <p:spPr>
          <a:xfrm>
            <a:off x="315192" y="1859287"/>
            <a:ext cx="5180444" cy="369332"/>
          </a:xfrm>
          <a:prstGeom prst="rect">
            <a:avLst/>
          </a:prstGeom>
        </p:spPr>
        <p:txBody>
          <a:bodyPr/>
          <a:lstStyle>
            <a:lvl1pPr marL="0" indent="0">
              <a:lnSpc>
                <a:spcPct val="125000"/>
              </a:lnSpc>
              <a:spcBef>
                <a:spcPts val="0"/>
              </a:spcBef>
              <a:buNone/>
              <a:defRPr sz="1800" b="1">
                <a:solidFill>
                  <a:schemeClr val="bg1"/>
                </a:solidFill>
              </a:defRPr>
            </a:lvl1pPr>
          </a:lstStyle>
          <a:p>
            <a:pPr lvl="0"/>
            <a:endParaRPr lang="en-GB"/>
          </a:p>
        </p:txBody>
      </p:sp>
      <p:sp>
        <p:nvSpPr>
          <p:cNvPr id="6" name="Text Placeholder 7">
            <a:extLst>
              <a:ext uri="{FF2B5EF4-FFF2-40B4-BE49-F238E27FC236}">
                <a16:creationId xmlns:a16="http://schemas.microsoft.com/office/drawing/2014/main" id="{9A11B160-A8EA-7ED9-A243-CE9FC2F0DF1C}"/>
              </a:ext>
            </a:extLst>
          </p:cNvPr>
          <p:cNvSpPr>
            <a:spLocks noGrp="1"/>
          </p:cNvSpPr>
          <p:nvPr>
            <p:ph type="body" sz="quarter" idx="13"/>
          </p:nvPr>
        </p:nvSpPr>
        <p:spPr>
          <a:xfrm>
            <a:off x="475876" y="461636"/>
            <a:ext cx="10048875" cy="719137"/>
          </a:xfrm>
          <a:prstGeom prst="rect">
            <a:avLst/>
          </a:prstGeom>
        </p:spPr>
        <p:txBody>
          <a:bodyPr/>
          <a:lstStyle>
            <a:lvl1pPr>
              <a:lnSpc>
                <a:spcPct val="125000"/>
              </a:lnSpc>
              <a:buNone/>
              <a:defRPr sz="4000" b="1">
                <a:solidFill>
                  <a:srgbClr val="0A4873"/>
                </a:solidFill>
              </a:defRPr>
            </a:lvl1pPr>
          </a:lstStyle>
          <a:p>
            <a:pPr lvl="0"/>
            <a:endParaRPr lang="en-GB"/>
          </a:p>
        </p:txBody>
      </p:sp>
    </p:spTree>
    <p:extLst>
      <p:ext uri="{BB962C8B-B14F-4D97-AF65-F5344CB8AC3E}">
        <p14:creationId xmlns:p14="http://schemas.microsoft.com/office/powerpoint/2010/main" val="347463085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8_Two Conten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7F5D305-CFA2-B555-1EFF-0C5B0A3FA6B6}"/>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0" name="Rectangle: Rounded Corners 9">
            <a:extLst>
              <a:ext uri="{FF2B5EF4-FFF2-40B4-BE49-F238E27FC236}">
                <a16:creationId xmlns:a16="http://schemas.microsoft.com/office/drawing/2014/main" id="{E3B51D4A-362A-1BDE-D807-F0F37BEF76BB}"/>
              </a:ext>
            </a:extLst>
          </p:cNvPr>
          <p:cNvSpPr/>
          <p:nvPr userDrawn="1"/>
        </p:nvSpPr>
        <p:spPr>
          <a:xfrm>
            <a:off x="-1476188" y="2510118"/>
            <a:ext cx="7339106" cy="4207436"/>
          </a:xfrm>
          <a:prstGeom prst="roundRect">
            <a:avLst/>
          </a:prstGeom>
          <a:solidFill>
            <a:srgbClr val="0A4873"/>
          </a:solidFill>
          <a:ln w="19050">
            <a:solidFill>
              <a:srgbClr val="0A4873"/>
            </a:solidFill>
          </a:ln>
          <a:effectLst>
            <a:softEdge rad="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Rectangle: Rounded Corners 2">
            <a:extLst>
              <a:ext uri="{FF2B5EF4-FFF2-40B4-BE49-F238E27FC236}">
                <a16:creationId xmlns:a16="http://schemas.microsoft.com/office/drawing/2014/main" id="{E3B51D4A-362A-1BDE-D807-F0F37BEF76BB}"/>
              </a:ext>
            </a:extLst>
          </p:cNvPr>
          <p:cNvSpPr/>
          <p:nvPr userDrawn="1"/>
        </p:nvSpPr>
        <p:spPr>
          <a:xfrm>
            <a:off x="6329082" y="2510118"/>
            <a:ext cx="7339105" cy="4207436"/>
          </a:xfrm>
          <a:prstGeom prst="roundRect">
            <a:avLst/>
          </a:prstGeom>
          <a:solidFill>
            <a:srgbClr val="0A4873"/>
          </a:solidFill>
          <a:ln w="19050">
            <a:solidFill>
              <a:srgbClr val="0A4873"/>
            </a:solidFill>
          </a:ln>
          <a:effectLst>
            <a:softEdge rad="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a:p>
        </p:txBody>
      </p:sp>
      <p:sp>
        <p:nvSpPr>
          <p:cNvPr id="5" name="Text Placeholder 7">
            <a:extLst>
              <a:ext uri="{FF2B5EF4-FFF2-40B4-BE49-F238E27FC236}">
                <a16:creationId xmlns:a16="http://schemas.microsoft.com/office/drawing/2014/main" id="{977725CE-618C-F31A-4CC6-1218E3909A20}"/>
              </a:ext>
            </a:extLst>
          </p:cNvPr>
          <p:cNvSpPr>
            <a:spLocks noGrp="1"/>
          </p:cNvSpPr>
          <p:nvPr>
            <p:ph type="body" sz="quarter" idx="11"/>
          </p:nvPr>
        </p:nvSpPr>
        <p:spPr>
          <a:xfrm>
            <a:off x="475876" y="1361540"/>
            <a:ext cx="11496165" cy="911781"/>
          </a:xfrm>
          <a:prstGeom prst="rect">
            <a:avLst/>
          </a:prstGeom>
        </p:spPr>
        <p:txBody>
          <a:bodyPr/>
          <a:lstStyle>
            <a:lvl1pPr marL="0">
              <a:lnSpc>
                <a:spcPct val="125000"/>
              </a:lnSpc>
              <a:spcBef>
                <a:spcPts val="0"/>
              </a:spcBef>
              <a:buNone/>
              <a:defRPr sz="1200"/>
            </a:lvl1pPr>
          </a:lstStyle>
          <a:p>
            <a:pPr lvl="0"/>
            <a:endParaRPr lang="en-GB"/>
          </a:p>
        </p:txBody>
      </p:sp>
      <p:sp>
        <p:nvSpPr>
          <p:cNvPr id="7" name="Text Placeholder 7">
            <a:extLst>
              <a:ext uri="{FF2B5EF4-FFF2-40B4-BE49-F238E27FC236}">
                <a16:creationId xmlns:a16="http://schemas.microsoft.com/office/drawing/2014/main" id="{E5930C25-9AA5-C363-6AB4-7A1D67E1CE4B}"/>
              </a:ext>
            </a:extLst>
          </p:cNvPr>
          <p:cNvSpPr>
            <a:spLocks noGrp="1"/>
          </p:cNvSpPr>
          <p:nvPr>
            <p:ph type="body" sz="quarter" idx="19"/>
          </p:nvPr>
        </p:nvSpPr>
        <p:spPr>
          <a:xfrm>
            <a:off x="315191" y="3186260"/>
            <a:ext cx="5180445" cy="3251485"/>
          </a:xfrm>
          <a:prstGeom prst="rect">
            <a:avLst/>
          </a:prstGeom>
        </p:spPr>
        <p:txBody>
          <a:bodyPr/>
          <a:lstStyle>
            <a:lvl1pPr marL="0" indent="0">
              <a:lnSpc>
                <a:spcPct val="125000"/>
              </a:lnSpc>
              <a:spcBef>
                <a:spcPts val="0"/>
              </a:spcBef>
              <a:buNone/>
              <a:defRPr sz="1200">
                <a:solidFill>
                  <a:schemeClr val="bg1"/>
                </a:solidFill>
              </a:defRPr>
            </a:lvl1pPr>
          </a:lstStyle>
          <a:p>
            <a:pPr lvl="0"/>
            <a:endParaRPr lang="en-GB"/>
          </a:p>
        </p:txBody>
      </p:sp>
      <p:sp>
        <p:nvSpPr>
          <p:cNvPr id="8" name="Text Placeholder 7">
            <a:extLst>
              <a:ext uri="{FF2B5EF4-FFF2-40B4-BE49-F238E27FC236}">
                <a16:creationId xmlns:a16="http://schemas.microsoft.com/office/drawing/2014/main" id="{B7B3F4B7-53AD-BC79-0593-50751373ECB2}"/>
              </a:ext>
            </a:extLst>
          </p:cNvPr>
          <p:cNvSpPr>
            <a:spLocks noGrp="1"/>
          </p:cNvSpPr>
          <p:nvPr>
            <p:ph type="body" sz="quarter" idx="20"/>
          </p:nvPr>
        </p:nvSpPr>
        <p:spPr>
          <a:xfrm>
            <a:off x="315191" y="2715371"/>
            <a:ext cx="5180444" cy="369332"/>
          </a:xfrm>
          <a:prstGeom prst="rect">
            <a:avLst/>
          </a:prstGeom>
        </p:spPr>
        <p:txBody>
          <a:bodyPr/>
          <a:lstStyle>
            <a:lvl1pPr marL="0" indent="0">
              <a:lnSpc>
                <a:spcPct val="125000"/>
              </a:lnSpc>
              <a:spcBef>
                <a:spcPts val="0"/>
              </a:spcBef>
              <a:buNone/>
              <a:defRPr sz="1800" b="1">
                <a:solidFill>
                  <a:schemeClr val="bg1"/>
                </a:solidFill>
              </a:defRPr>
            </a:lvl1pPr>
          </a:lstStyle>
          <a:p>
            <a:pPr lvl="0"/>
            <a:endParaRPr lang="en-GB"/>
          </a:p>
        </p:txBody>
      </p:sp>
      <p:sp>
        <p:nvSpPr>
          <p:cNvPr id="9" name="Text Placeholder 7">
            <a:extLst>
              <a:ext uri="{FF2B5EF4-FFF2-40B4-BE49-F238E27FC236}">
                <a16:creationId xmlns:a16="http://schemas.microsoft.com/office/drawing/2014/main" id="{2FA82B63-1AAC-D183-7F0E-F6381B75A837}"/>
              </a:ext>
            </a:extLst>
          </p:cNvPr>
          <p:cNvSpPr>
            <a:spLocks noGrp="1"/>
          </p:cNvSpPr>
          <p:nvPr>
            <p:ph type="body" sz="quarter" idx="21"/>
          </p:nvPr>
        </p:nvSpPr>
        <p:spPr>
          <a:xfrm>
            <a:off x="6858577" y="3186260"/>
            <a:ext cx="5180445" cy="3251485"/>
          </a:xfrm>
          <a:prstGeom prst="rect">
            <a:avLst/>
          </a:prstGeom>
        </p:spPr>
        <p:txBody>
          <a:bodyPr/>
          <a:lstStyle>
            <a:lvl1pPr marL="0" indent="0">
              <a:lnSpc>
                <a:spcPct val="125000"/>
              </a:lnSpc>
              <a:spcBef>
                <a:spcPts val="0"/>
              </a:spcBef>
              <a:buNone/>
              <a:defRPr sz="1200">
                <a:solidFill>
                  <a:schemeClr val="bg1"/>
                </a:solidFill>
              </a:defRPr>
            </a:lvl1pPr>
          </a:lstStyle>
          <a:p>
            <a:pPr lvl="0"/>
            <a:endParaRPr lang="en-GB"/>
          </a:p>
        </p:txBody>
      </p:sp>
      <p:sp>
        <p:nvSpPr>
          <p:cNvPr id="11" name="Text Placeholder 7">
            <a:extLst>
              <a:ext uri="{FF2B5EF4-FFF2-40B4-BE49-F238E27FC236}">
                <a16:creationId xmlns:a16="http://schemas.microsoft.com/office/drawing/2014/main" id="{2C25F724-2D40-C12C-73FA-BEE7FBF5B66C}"/>
              </a:ext>
            </a:extLst>
          </p:cNvPr>
          <p:cNvSpPr>
            <a:spLocks noGrp="1"/>
          </p:cNvSpPr>
          <p:nvPr>
            <p:ph type="body" sz="quarter" idx="22"/>
          </p:nvPr>
        </p:nvSpPr>
        <p:spPr>
          <a:xfrm>
            <a:off x="6858577" y="2715371"/>
            <a:ext cx="5180444" cy="369332"/>
          </a:xfrm>
          <a:prstGeom prst="rect">
            <a:avLst/>
          </a:prstGeom>
        </p:spPr>
        <p:txBody>
          <a:bodyPr/>
          <a:lstStyle>
            <a:lvl1pPr marL="0" indent="0">
              <a:lnSpc>
                <a:spcPct val="125000"/>
              </a:lnSpc>
              <a:spcBef>
                <a:spcPts val="0"/>
              </a:spcBef>
              <a:buNone/>
              <a:defRPr sz="1800" b="1">
                <a:solidFill>
                  <a:schemeClr val="bg1"/>
                </a:solidFill>
              </a:defRPr>
            </a:lvl1pPr>
          </a:lstStyle>
          <a:p>
            <a:pPr lvl="0"/>
            <a:endParaRPr lang="en-GB"/>
          </a:p>
        </p:txBody>
      </p:sp>
      <p:sp>
        <p:nvSpPr>
          <p:cNvPr id="12" name="Text Placeholder 7">
            <a:extLst>
              <a:ext uri="{FF2B5EF4-FFF2-40B4-BE49-F238E27FC236}">
                <a16:creationId xmlns:a16="http://schemas.microsoft.com/office/drawing/2014/main" id="{D9D4367A-8502-E9D0-7461-C04520C4A738}"/>
              </a:ext>
            </a:extLst>
          </p:cNvPr>
          <p:cNvSpPr>
            <a:spLocks noGrp="1"/>
          </p:cNvSpPr>
          <p:nvPr>
            <p:ph type="body" sz="quarter" idx="13"/>
          </p:nvPr>
        </p:nvSpPr>
        <p:spPr>
          <a:xfrm>
            <a:off x="475876" y="461636"/>
            <a:ext cx="10048875" cy="719137"/>
          </a:xfrm>
          <a:prstGeom prst="rect">
            <a:avLst/>
          </a:prstGeom>
        </p:spPr>
        <p:txBody>
          <a:bodyPr/>
          <a:lstStyle>
            <a:lvl1pPr>
              <a:lnSpc>
                <a:spcPct val="125000"/>
              </a:lnSpc>
              <a:buNone/>
              <a:defRPr sz="4000" b="1">
                <a:solidFill>
                  <a:srgbClr val="0A4873"/>
                </a:solidFill>
              </a:defRPr>
            </a:lvl1pPr>
          </a:lstStyle>
          <a:p>
            <a:pPr lvl="0"/>
            <a:endParaRPr lang="en-GB"/>
          </a:p>
        </p:txBody>
      </p:sp>
    </p:spTree>
    <p:extLst>
      <p:ext uri="{BB962C8B-B14F-4D97-AF65-F5344CB8AC3E}">
        <p14:creationId xmlns:p14="http://schemas.microsoft.com/office/powerpoint/2010/main" val="411268531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6_Title Slid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800C72C-A589-5DB5-E7E6-59F8F572F49B}"/>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0" name="Text Placeholder 7">
            <a:extLst>
              <a:ext uri="{FF2B5EF4-FFF2-40B4-BE49-F238E27FC236}">
                <a16:creationId xmlns:a16="http://schemas.microsoft.com/office/drawing/2014/main" id="{BB832756-CAE3-9A2C-AE95-8C7E6D2291A4}"/>
              </a:ext>
            </a:extLst>
          </p:cNvPr>
          <p:cNvSpPr>
            <a:spLocks noGrp="1"/>
          </p:cNvSpPr>
          <p:nvPr>
            <p:ph type="body" sz="quarter" idx="13"/>
          </p:nvPr>
        </p:nvSpPr>
        <p:spPr>
          <a:xfrm>
            <a:off x="494834" y="391755"/>
            <a:ext cx="10048875" cy="719137"/>
          </a:xfrm>
          <a:prstGeom prst="rect">
            <a:avLst/>
          </a:prstGeom>
        </p:spPr>
        <p:txBody>
          <a:bodyPr/>
          <a:lstStyle>
            <a:lvl1pPr>
              <a:lnSpc>
                <a:spcPct val="125000"/>
              </a:lnSpc>
              <a:buNone/>
              <a:defRPr sz="4000" b="1">
                <a:solidFill>
                  <a:srgbClr val="0A4873"/>
                </a:solidFill>
              </a:defRPr>
            </a:lvl1pPr>
          </a:lstStyle>
          <a:p>
            <a:pPr lvl="0"/>
            <a:endParaRPr lang="en-GB"/>
          </a:p>
        </p:txBody>
      </p:sp>
      <p:sp>
        <p:nvSpPr>
          <p:cNvPr id="11" name="Text Placeholder 7">
            <a:extLst>
              <a:ext uri="{FF2B5EF4-FFF2-40B4-BE49-F238E27FC236}">
                <a16:creationId xmlns:a16="http://schemas.microsoft.com/office/drawing/2014/main" id="{0EA1B0F9-8C7D-C88A-E822-231EF245E527}"/>
              </a:ext>
            </a:extLst>
          </p:cNvPr>
          <p:cNvSpPr>
            <a:spLocks noGrp="1"/>
          </p:cNvSpPr>
          <p:nvPr>
            <p:ph type="body" sz="quarter" idx="18"/>
          </p:nvPr>
        </p:nvSpPr>
        <p:spPr>
          <a:xfrm>
            <a:off x="1148577" y="4318876"/>
            <a:ext cx="1928772" cy="1007945"/>
          </a:xfrm>
          <a:prstGeom prst="rect">
            <a:avLst/>
          </a:prstGeom>
        </p:spPr>
        <p:txBody>
          <a:bodyPr/>
          <a:lstStyle>
            <a:lvl1pPr marL="0" indent="0">
              <a:lnSpc>
                <a:spcPct val="125000"/>
              </a:lnSpc>
              <a:spcBef>
                <a:spcPts val="0"/>
              </a:spcBef>
              <a:buNone/>
              <a:defRPr sz="1200"/>
            </a:lvl1pPr>
          </a:lstStyle>
          <a:p>
            <a:pPr lvl="0"/>
            <a:endParaRPr lang="en-GB"/>
          </a:p>
        </p:txBody>
      </p:sp>
      <p:sp>
        <p:nvSpPr>
          <p:cNvPr id="12" name="Text Placeholder 7">
            <a:extLst>
              <a:ext uri="{FF2B5EF4-FFF2-40B4-BE49-F238E27FC236}">
                <a16:creationId xmlns:a16="http://schemas.microsoft.com/office/drawing/2014/main" id="{FEA49D5B-ACA2-AAED-1EFE-056D3923AE8C}"/>
              </a:ext>
            </a:extLst>
          </p:cNvPr>
          <p:cNvSpPr>
            <a:spLocks noGrp="1"/>
          </p:cNvSpPr>
          <p:nvPr>
            <p:ph type="body" sz="quarter" idx="19"/>
          </p:nvPr>
        </p:nvSpPr>
        <p:spPr>
          <a:xfrm>
            <a:off x="3763562" y="4318876"/>
            <a:ext cx="1928772" cy="1007945"/>
          </a:xfrm>
          <a:prstGeom prst="rect">
            <a:avLst/>
          </a:prstGeom>
        </p:spPr>
        <p:txBody>
          <a:bodyPr/>
          <a:lstStyle>
            <a:lvl1pPr marL="0" indent="0">
              <a:lnSpc>
                <a:spcPct val="125000"/>
              </a:lnSpc>
              <a:spcBef>
                <a:spcPts val="0"/>
              </a:spcBef>
              <a:buNone/>
              <a:defRPr sz="1200"/>
            </a:lvl1pPr>
          </a:lstStyle>
          <a:p>
            <a:pPr lvl="0"/>
            <a:endParaRPr lang="en-GB"/>
          </a:p>
        </p:txBody>
      </p:sp>
      <p:sp>
        <p:nvSpPr>
          <p:cNvPr id="13" name="Text Placeholder 7">
            <a:extLst>
              <a:ext uri="{FF2B5EF4-FFF2-40B4-BE49-F238E27FC236}">
                <a16:creationId xmlns:a16="http://schemas.microsoft.com/office/drawing/2014/main" id="{C56D8B0B-B487-65F7-1E5E-FE77F2BA9042}"/>
              </a:ext>
            </a:extLst>
          </p:cNvPr>
          <p:cNvSpPr>
            <a:spLocks noGrp="1"/>
          </p:cNvSpPr>
          <p:nvPr>
            <p:ph type="body" sz="quarter" idx="20"/>
          </p:nvPr>
        </p:nvSpPr>
        <p:spPr>
          <a:xfrm>
            <a:off x="6620035" y="4318876"/>
            <a:ext cx="1928772" cy="1007945"/>
          </a:xfrm>
          <a:prstGeom prst="rect">
            <a:avLst/>
          </a:prstGeom>
        </p:spPr>
        <p:txBody>
          <a:bodyPr/>
          <a:lstStyle>
            <a:lvl1pPr marL="0" indent="0">
              <a:lnSpc>
                <a:spcPct val="125000"/>
              </a:lnSpc>
              <a:spcBef>
                <a:spcPts val="0"/>
              </a:spcBef>
              <a:buNone/>
              <a:defRPr sz="1200"/>
            </a:lvl1pPr>
          </a:lstStyle>
          <a:p>
            <a:pPr lvl="0"/>
            <a:endParaRPr lang="en-GB"/>
          </a:p>
        </p:txBody>
      </p:sp>
      <p:sp>
        <p:nvSpPr>
          <p:cNvPr id="14" name="Text Placeholder 7">
            <a:extLst>
              <a:ext uri="{FF2B5EF4-FFF2-40B4-BE49-F238E27FC236}">
                <a16:creationId xmlns:a16="http://schemas.microsoft.com/office/drawing/2014/main" id="{25B4D247-4BC9-0595-BFEA-686C27B3DDFE}"/>
              </a:ext>
            </a:extLst>
          </p:cNvPr>
          <p:cNvSpPr>
            <a:spLocks noGrp="1"/>
          </p:cNvSpPr>
          <p:nvPr>
            <p:ph type="body" sz="quarter" idx="21"/>
          </p:nvPr>
        </p:nvSpPr>
        <p:spPr>
          <a:xfrm>
            <a:off x="9369212" y="4318876"/>
            <a:ext cx="1928772" cy="1007945"/>
          </a:xfrm>
          <a:prstGeom prst="rect">
            <a:avLst/>
          </a:prstGeom>
        </p:spPr>
        <p:txBody>
          <a:bodyPr/>
          <a:lstStyle>
            <a:lvl1pPr marL="0" indent="0">
              <a:lnSpc>
                <a:spcPct val="125000"/>
              </a:lnSpc>
              <a:spcBef>
                <a:spcPts val="0"/>
              </a:spcBef>
              <a:buNone/>
              <a:defRPr sz="1200"/>
            </a:lvl1pPr>
          </a:lstStyle>
          <a:p>
            <a:pPr lvl="0"/>
            <a:endParaRPr lang="en-GB"/>
          </a:p>
        </p:txBody>
      </p:sp>
      <p:sp>
        <p:nvSpPr>
          <p:cNvPr id="24" name="Picture Placeholder 23">
            <a:extLst>
              <a:ext uri="{FF2B5EF4-FFF2-40B4-BE49-F238E27FC236}">
                <a16:creationId xmlns:a16="http://schemas.microsoft.com/office/drawing/2014/main" id="{F031F7C7-DB10-C2B4-99B2-927CFE9441C8}"/>
              </a:ext>
            </a:extLst>
          </p:cNvPr>
          <p:cNvSpPr>
            <a:spLocks noGrp="1"/>
          </p:cNvSpPr>
          <p:nvPr>
            <p:ph type="pic" sz="quarter" idx="22"/>
          </p:nvPr>
        </p:nvSpPr>
        <p:spPr>
          <a:xfrm>
            <a:off x="3840443" y="2231185"/>
            <a:ext cx="1678828" cy="1643062"/>
          </a:xfrm>
          <a:prstGeom prst="ellipse">
            <a:avLst/>
          </a:prstGeom>
        </p:spPr>
        <p:txBody>
          <a:bodyPr/>
          <a:lstStyle/>
          <a:p>
            <a:endParaRPr lang="en-GB"/>
          </a:p>
        </p:txBody>
      </p:sp>
      <p:sp>
        <p:nvSpPr>
          <p:cNvPr id="25" name="Picture Placeholder 23">
            <a:extLst>
              <a:ext uri="{FF2B5EF4-FFF2-40B4-BE49-F238E27FC236}">
                <a16:creationId xmlns:a16="http://schemas.microsoft.com/office/drawing/2014/main" id="{27948F64-5078-C2A8-476D-325175D8CE1C}"/>
              </a:ext>
            </a:extLst>
          </p:cNvPr>
          <p:cNvSpPr>
            <a:spLocks noGrp="1"/>
          </p:cNvSpPr>
          <p:nvPr>
            <p:ph type="pic" sz="quarter" idx="23"/>
          </p:nvPr>
        </p:nvSpPr>
        <p:spPr>
          <a:xfrm>
            <a:off x="1273549" y="2231185"/>
            <a:ext cx="1678828" cy="1643062"/>
          </a:xfrm>
          <a:prstGeom prst="ellipse">
            <a:avLst/>
          </a:prstGeom>
        </p:spPr>
        <p:txBody>
          <a:bodyPr/>
          <a:lstStyle/>
          <a:p>
            <a:endParaRPr lang="en-GB"/>
          </a:p>
        </p:txBody>
      </p:sp>
      <p:sp>
        <p:nvSpPr>
          <p:cNvPr id="26" name="Picture Placeholder 23">
            <a:extLst>
              <a:ext uri="{FF2B5EF4-FFF2-40B4-BE49-F238E27FC236}">
                <a16:creationId xmlns:a16="http://schemas.microsoft.com/office/drawing/2014/main" id="{3EE6B119-7DAA-82DC-791D-182F33AAD33A}"/>
              </a:ext>
            </a:extLst>
          </p:cNvPr>
          <p:cNvSpPr>
            <a:spLocks noGrp="1"/>
          </p:cNvSpPr>
          <p:nvPr>
            <p:ph type="pic" sz="quarter" idx="24"/>
          </p:nvPr>
        </p:nvSpPr>
        <p:spPr>
          <a:xfrm>
            <a:off x="6745007" y="2231185"/>
            <a:ext cx="1678828" cy="1643062"/>
          </a:xfrm>
          <a:prstGeom prst="ellipse">
            <a:avLst/>
          </a:prstGeom>
        </p:spPr>
        <p:txBody>
          <a:bodyPr/>
          <a:lstStyle/>
          <a:p>
            <a:endParaRPr lang="en-GB"/>
          </a:p>
        </p:txBody>
      </p:sp>
      <p:sp>
        <p:nvSpPr>
          <p:cNvPr id="27" name="Picture Placeholder 23">
            <a:extLst>
              <a:ext uri="{FF2B5EF4-FFF2-40B4-BE49-F238E27FC236}">
                <a16:creationId xmlns:a16="http://schemas.microsoft.com/office/drawing/2014/main" id="{14273026-6422-E25E-3232-729E8E56EB48}"/>
              </a:ext>
            </a:extLst>
          </p:cNvPr>
          <p:cNvSpPr>
            <a:spLocks noGrp="1"/>
          </p:cNvSpPr>
          <p:nvPr>
            <p:ph type="pic" sz="quarter" idx="25"/>
          </p:nvPr>
        </p:nvSpPr>
        <p:spPr>
          <a:xfrm>
            <a:off x="9494184" y="2231185"/>
            <a:ext cx="1678828" cy="1643062"/>
          </a:xfrm>
          <a:prstGeom prst="ellipse">
            <a:avLst/>
          </a:prstGeom>
        </p:spPr>
        <p:txBody>
          <a:bodyPr/>
          <a:lstStyle/>
          <a:p>
            <a:endParaRPr lang="en-GB"/>
          </a:p>
        </p:txBody>
      </p:sp>
    </p:spTree>
    <p:extLst>
      <p:ext uri="{BB962C8B-B14F-4D97-AF65-F5344CB8AC3E}">
        <p14:creationId xmlns:p14="http://schemas.microsoft.com/office/powerpoint/2010/main" val="2400489110"/>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09554121"/>
      </p:ext>
    </p:extLst>
  </p:cSld>
  <p:clrMap bg1="lt1" tx1="dk1" bg2="lt2" tx2="dk2" accent1="accent1" accent2="accent2" accent3="accent3" accent4="accent4" accent5="accent5" accent6="accent6" hlink="hlink" folHlink="folHlink"/>
  <p:sldLayoutIdLst>
    <p:sldLayoutId id="2147483650" r:id="rId1"/>
    <p:sldLayoutId id="2147483683" r:id="rId2"/>
    <p:sldLayoutId id="2147483684" r:id="rId3"/>
    <p:sldLayoutId id="2147483670" r:id="rId4"/>
    <p:sldLayoutId id="2147483671" r:id="rId5"/>
    <p:sldLayoutId id="2147483695" r:id="rId6"/>
    <p:sldLayoutId id="2147483678" r:id="rId7"/>
    <p:sldLayoutId id="2147483672" r:id="rId8"/>
    <p:sldLayoutId id="2147483673" r:id="rId9"/>
    <p:sldLayoutId id="2147483649" r:id="rId10"/>
    <p:sldLayoutId id="2147483669" r:id="rId11"/>
    <p:sldLayoutId id="2147483681" r:id="rId12"/>
    <p:sldLayoutId id="2147483663" r:id="rId13"/>
    <p:sldLayoutId id="2147483660" r:id="rId14"/>
    <p:sldLayoutId id="2147483682" r:id="rId15"/>
    <p:sldLayoutId id="2147483679" r:id="rId16"/>
    <p:sldLayoutId id="2147483668" r:id="rId17"/>
    <p:sldLayoutId id="2147483691" r:id="rId18"/>
    <p:sldLayoutId id="2147483689" r:id="rId19"/>
    <p:sldLayoutId id="2147483694" r:id="rId20"/>
    <p:sldLayoutId id="2147483693" r:id="rId21"/>
    <p:sldLayoutId id="2147483680" r:id="rId2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8.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9.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10.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1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12.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4" sz="quarter"/>
          </p:nvPr>
        </p:nvSpPr>
        <p:spPr/>
        <p:txBody>
          <a:bodyPr/>
          <a:lstStyle/>
          <a:p>
            <a:r>
              <a:t>Data Model Explorer</a:t>
            </a:r>
          </a:p>
        </p:txBody>
      </p:sp>
      <p:sp>
        <p:nvSpPr>
          <p:cNvPr id="3" name="Subtitle"/>
          <p:cNvSpPr txBox="1"/>
          <p:nvPr/>
        </p:nvSpPr>
        <p:spPr>
          <a:xfrm>
            <a:off x="548640" y="3291840"/>
            <a:ext cx="11091672" cy="548640"/>
          </a:xfrm>
          <a:prstGeom prst="rect">
            <a:avLst/>
          </a:prstGeom>
          <a:noFill/>
        </p:spPr>
        <p:txBody>
          <a:bodyPr wrap="square" anchor="t" lIns="0" rIns="0" tIns="0" bIns="0">
            <a:spAutoFit/>
          </a:bodyPr>
          <a:lstStyle/>
          <a:p>
            <a:pPr algn="ctr">
              <a:spcAft>
                <a:spcPts val="600"/>
              </a:spcAft>
            </a:pPr>
            <a:r>
              <a:rPr sz="2000" b="0">
                <a:solidFill>
                  <a:srgbClr val="3E556B"/>
                </a:solidFill>
              </a:rPr>
              <a:t>From the data-model workbook to a Dataverse solution, in one offline page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3" sz="quarter"/>
          </p:nvPr>
        </p:nvSpPr>
        <p:spPr/>
        <p:txBody>
          <a:bodyPr/>
          <a:lstStyle/>
          <a:p>
            <a:r>
              <a:t>Where we start: a manual process</a:t>
            </a:r>
          </a:p>
        </p:txBody>
      </p:sp>
      <p:sp>
        <p:nvSpPr>
          <p:cNvPr id="4" name="Card"/>
          <p:cNvSpPr/>
          <p:nvPr/>
        </p:nvSpPr>
        <p:spPr>
          <a:xfrm>
            <a:off x="493776" y="1828800"/>
            <a:ext cx="3520440" cy="2926080"/>
          </a:xfrm>
          <a:prstGeom prst="roundRect">
            <a:avLst>
              <a:gd name="adj" fmla="val 8000"/>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813816" y="2148840"/>
            <a:ext cx="2880360" cy="457200"/>
          </a:xfrm>
          <a:prstGeom prst="rect">
            <a:avLst/>
          </a:prstGeom>
          <a:noFill/>
        </p:spPr>
        <p:txBody>
          <a:bodyPr wrap="square" anchor="t" lIns="0" rIns="0" tIns="0" bIns="0">
            <a:spAutoFit/>
          </a:bodyPr>
          <a:lstStyle/>
          <a:p>
            <a:pPr algn="l">
              <a:spcAft>
                <a:spcPts val="600"/>
              </a:spcAft>
            </a:pPr>
            <a:r>
              <a:rPr sz="2400" b="1">
                <a:solidFill>
                  <a:schemeClr val="accent1"/>
                </a:solidFill>
              </a:rPr>
              <a:t>Reviewing</a:t>
            </a:r>
          </a:p>
        </p:txBody>
      </p:sp>
      <p:sp>
        <p:nvSpPr>
          <p:cNvPr id="6" name="TextBox 5"/>
          <p:cNvSpPr txBox="1"/>
          <p:nvPr/>
        </p:nvSpPr>
        <p:spPr>
          <a:xfrm>
            <a:off x="813816" y="2743200"/>
            <a:ext cx="2880360" cy="1828800"/>
          </a:xfrm>
          <a:prstGeom prst="rect">
            <a:avLst/>
          </a:prstGeom>
          <a:noFill/>
        </p:spPr>
        <p:txBody>
          <a:bodyPr wrap="square" anchor="t" lIns="0" rIns="0" tIns="0" bIns="0">
            <a:spAutoFit/>
          </a:bodyPr>
          <a:lstStyle/>
          <a:p>
            <a:pPr algn="l">
              <a:spcAft>
                <a:spcPts val="600"/>
              </a:spcAft>
            </a:pPr>
            <a:r>
              <a:rPr sz="1600" b="0">
                <a:solidFill>
                  <a:srgbClr val="3E556B"/>
                </a:solidFill>
              </a:rPr>
              <a:t>Hundreds of tables and thousands of fields, checked by eye for gaps and broken lookups.</a:t>
            </a:r>
          </a:p>
        </p:txBody>
      </p:sp>
      <p:sp>
        <p:nvSpPr>
          <p:cNvPr id="7" name="Card"/>
          <p:cNvSpPr/>
          <p:nvPr/>
        </p:nvSpPr>
        <p:spPr>
          <a:xfrm>
            <a:off x="4288536" y="1828800"/>
            <a:ext cx="3520440" cy="2926080"/>
          </a:xfrm>
          <a:prstGeom prst="roundRect">
            <a:avLst>
              <a:gd name="adj" fmla="val 8000"/>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4608576" y="2148840"/>
            <a:ext cx="2880360" cy="457200"/>
          </a:xfrm>
          <a:prstGeom prst="rect">
            <a:avLst/>
          </a:prstGeom>
          <a:noFill/>
        </p:spPr>
        <p:txBody>
          <a:bodyPr wrap="square" anchor="t" lIns="0" rIns="0" tIns="0" bIns="0">
            <a:spAutoFit/>
          </a:bodyPr>
          <a:lstStyle/>
          <a:p>
            <a:pPr algn="l">
              <a:spcAft>
                <a:spcPts val="600"/>
              </a:spcAft>
            </a:pPr>
            <a:r>
              <a:rPr sz="2400" b="1">
                <a:solidFill>
                  <a:schemeClr val="accent1"/>
                </a:solidFill>
              </a:rPr>
              <a:t>Versions</a:t>
            </a:r>
          </a:p>
        </p:txBody>
      </p:sp>
      <p:sp>
        <p:nvSpPr>
          <p:cNvPr id="9" name="TextBox 8"/>
          <p:cNvSpPr txBox="1"/>
          <p:nvPr/>
        </p:nvSpPr>
        <p:spPr>
          <a:xfrm>
            <a:off x="4608576" y="2743200"/>
            <a:ext cx="2880360" cy="1828800"/>
          </a:xfrm>
          <a:prstGeom prst="rect">
            <a:avLst/>
          </a:prstGeom>
          <a:noFill/>
        </p:spPr>
        <p:txBody>
          <a:bodyPr wrap="square" anchor="t" lIns="0" rIns="0" tIns="0" bIns="0">
            <a:spAutoFit/>
          </a:bodyPr>
          <a:lstStyle/>
          <a:p>
            <a:pPr algn="l">
              <a:spcAft>
                <a:spcPts val="600"/>
              </a:spcAft>
            </a:pPr>
            <a:r>
              <a:rPr sz="1600" b="0">
                <a:solidFill>
                  <a:srgbClr val="3E556B"/>
                </a:solidFill>
              </a:rPr>
              <a:t>New copies of the workbook arrive; working out what changed, and keeping review notes, is guesswork.</a:t>
            </a:r>
          </a:p>
        </p:txBody>
      </p:sp>
      <p:sp>
        <p:nvSpPr>
          <p:cNvPr id="10" name="Card"/>
          <p:cNvSpPr/>
          <p:nvPr/>
        </p:nvSpPr>
        <p:spPr>
          <a:xfrm>
            <a:off x="8083296" y="1828800"/>
            <a:ext cx="3520440" cy="2926080"/>
          </a:xfrm>
          <a:prstGeom prst="roundRect">
            <a:avLst>
              <a:gd name="adj" fmla="val 8000"/>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403336" y="2148840"/>
            <a:ext cx="2880360" cy="457200"/>
          </a:xfrm>
          <a:prstGeom prst="rect">
            <a:avLst/>
          </a:prstGeom>
          <a:noFill/>
        </p:spPr>
        <p:txBody>
          <a:bodyPr wrap="square" anchor="t" lIns="0" rIns="0" tIns="0" bIns="0">
            <a:spAutoFit/>
          </a:bodyPr>
          <a:lstStyle/>
          <a:p>
            <a:pPr algn="l">
              <a:spcAft>
                <a:spcPts val="600"/>
              </a:spcAft>
            </a:pPr>
            <a:r>
              <a:rPr sz="2400" b="1">
                <a:solidFill>
                  <a:schemeClr val="accent1"/>
                </a:solidFill>
              </a:rPr>
              <a:t>Building</a:t>
            </a:r>
          </a:p>
        </p:txBody>
      </p:sp>
      <p:sp>
        <p:nvSpPr>
          <p:cNvPr id="12" name="TextBox 11"/>
          <p:cNvSpPr txBox="1"/>
          <p:nvPr/>
        </p:nvSpPr>
        <p:spPr>
          <a:xfrm>
            <a:off x="8403336" y="2743200"/>
            <a:ext cx="2880360" cy="1828800"/>
          </a:xfrm>
          <a:prstGeom prst="rect">
            <a:avLst/>
          </a:prstGeom>
          <a:noFill/>
        </p:spPr>
        <p:txBody>
          <a:bodyPr wrap="square" anchor="t" lIns="0" rIns="0" tIns="0" bIns="0">
            <a:spAutoFit/>
          </a:bodyPr>
          <a:lstStyle/>
          <a:p>
            <a:pPr algn="l">
              <a:spcAft>
                <a:spcPts val="600"/>
              </a:spcAft>
            </a:pPr>
            <a:r>
              <a:rPr sz="1600" b="0">
                <a:solidFill>
                  <a:srgbClr val="3E556B"/>
                </a:solidFill>
              </a:rPr>
              <a:t>Every table, field and relationship is then created again by hand in Power Apps.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2" sz="quarter"/>
          </p:nvPr>
        </p:nvSpPr>
        <p:spPr/>
        <p:txBody>
          <a:bodyPr/>
          <a:lstStyle/>
          <a:p>
            <a:r>
              <a:rPr sz="1600"/>
              <a:t>Generate a Dataverse solution and import it with one PowerShell script.</a:t>
            </a:r>
          </a:p>
          <a:p>
            <a:r>
              <a:rPr sz="1600"/>
              <a:t>Nothing to install, works offline, nothing is uploaded.</a:t>
            </a:r>
          </a:p>
        </p:txBody>
      </p:sp>
      <p:sp>
        <p:nvSpPr>
          <p:cNvPr id="3" name="Text Placeholder 2"/>
          <p:cNvSpPr>
            <a:spLocks noGrp="1"/>
          </p:cNvSpPr>
          <p:nvPr>
            <p:ph type="body" idx="14" sz="quarter"/>
          </p:nvPr>
        </p:nvSpPr>
        <p:spPr/>
        <p:txBody>
          <a:bodyPr/>
          <a:lstStyle/>
          <a:p>
            <a:r>
              <a:rPr sz="1600"/>
              <a:t>Change values, add fields and relationships, set primary keys and table details.</a:t>
            </a:r>
          </a:p>
        </p:txBody>
      </p:sp>
      <p:sp>
        <p:nvSpPr>
          <p:cNvPr id="4" name="Text Placeholder 3"/>
          <p:cNvSpPr>
            <a:spLocks noGrp="1"/>
          </p:cNvSpPr>
          <p:nvPr>
            <p:ph type="body" idx="15" sz="quarter"/>
          </p:nvPr>
        </p:nvSpPr>
        <p:spPr/>
        <p:txBody>
          <a:bodyPr/>
          <a:lstStyle/>
          <a:p>
            <a:r>
              <a:rPr sz="1600"/>
              <a:t>Load a newer version of the workbook, see what changed, and keep your edits.</a:t>
            </a:r>
          </a:p>
        </p:txBody>
      </p:sp>
      <p:sp>
        <p:nvSpPr>
          <p:cNvPr id="5" name="Text Placeholder 4"/>
          <p:cNvSpPr>
            <a:spLocks noGrp="1"/>
          </p:cNvSpPr>
          <p:nvPr>
            <p:ph type="body" idx="16" sz="quarter"/>
          </p:nvPr>
        </p:nvSpPr>
        <p:spPr/>
        <p:txBody>
          <a:bodyPr/>
          <a:lstStyle/>
          <a:p>
            <a:r>
              <a:rPr sz="1600"/>
              <a:t>Overview, search, filters by area, automatic checks and the ERD.</a:t>
            </a:r>
          </a:p>
        </p:txBody>
      </p:sp>
      <p:sp>
        <p:nvSpPr>
          <p:cNvPr id="6" name="Text Placeholder 5"/>
          <p:cNvSpPr>
            <a:spLocks noGrp="1"/>
          </p:cNvSpPr>
          <p:nvPr>
            <p:ph type="body" idx="17" sz="quarter"/>
          </p:nvPr>
        </p:nvSpPr>
        <p:spPr/>
        <p:txBody>
          <a:bodyPr/>
          <a:lstStyle/>
          <a:p>
            <a:r>
              <a:t>Review</a:t>
            </a:r>
          </a:p>
        </p:txBody>
      </p:sp>
      <p:sp>
        <p:nvSpPr>
          <p:cNvPr id="7" name="Text Placeholder 6"/>
          <p:cNvSpPr>
            <a:spLocks noGrp="1"/>
          </p:cNvSpPr>
          <p:nvPr>
            <p:ph type="body" idx="18" sz="quarter"/>
          </p:nvPr>
        </p:nvSpPr>
        <p:spPr/>
        <p:txBody>
          <a:bodyPr/>
          <a:lstStyle/>
          <a:p>
            <a:r>
              <a:t>Edit</a:t>
            </a:r>
          </a:p>
        </p:txBody>
      </p:sp>
      <p:sp>
        <p:nvSpPr>
          <p:cNvPr id="8" name="Text Placeholder 7"/>
          <p:cNvSpPr>
            <a:spLocks noGrp="1"/>
          </p:cNvSpPr>
          <p:nvPr>
            <p:ph type="body" idx="19" sz="quarter"/>
          </p:nvPr>
        </p:nvSpPr>
        <p:spPr/>
        <p:txBody>
          <a:bodyPr/>
          <a:lstStyle/>
          <a:p>
            <a:r>
              <a:t>Compare</a:t>
            </a:r>
          </a:p>
        </p:txBody>
      </p:sp>
      <p:sp>
        <p:nvSpPr>
          <p:cNvPr id="9" name="Text Placeholder 8"/>
          <p:cNvSpPr>
            <a:spLocks noGrp="1"/>
          </p:cNvSpPr>
          <p:nvPr>
            <p:ph type="body" idx="20" sz="quarter"/>
          </p:nvPr>
        </p:nvSpPr>
        <p:spPr/>
        <p:txBody>
          <a:bodyPr/>
          <a:lstStyle/>
          <a:p>
            <a:r>
              <a:t>Build</a:t>
            </a:r>
          </a:p>
        </p:txBody>
      </p:sp>
      <p:sp>
        <p:nvSpPr>
          <p:cNvPr id="10" name="Text Placeholder 9"/>
          <p:cNvSpPr>
            <a:spLocks noGrp="1"/>
          </p:cNvSpPr>
          <p:nvPr>
            <p:ph type="body" idx="13" sz="quarter"/>
          </p:nvPr>
        </p:nvSpPr>
        <p:spPr/>
        <p:txBody>
          <a:bodyPr/>
          <a:lstStyle/>
          <a:p>
            <a:r>
              <a:t>One HTML file that does four jobs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3" sz="quarter"/>
          </p:nvPr>
        </p:nvSpPr>
        <p:spPr/>
        <p:txBody>
          <a:bodyPr/>
          <a:lstStyle/>
          <a:p>
            <a:r>
              <a:t>The model at a glance</a:t>
            </a:r>
          </a:p>
        </p:txBody>
      </p:sp>
      <p:pic>
        <p:nvPicPr>
          <p:cNvPr id="4" name="Screenshot: overview" descr="The Overview page: counts of tables, fields and lookups, documentation completeness, a breakdown by area, and the checks"/>
          <p:cNvPicPr>
            <a:picLocks noChangeAspect="1"/>
          </p:cNvPicPr>
          <p:nvPr/>
        </p:nvPicPr>
        <p:blipFill>
          <a:blip r:embed="rId2"/>
          <a:stretch>
            <a:fillRect/>
          </a:stretch>
        </p:blipFill>
        <p:spPr>
          <a:xfrm>
            <a:off x="475488" y="1508760"/>
            <a:ext cx="6583680" cy="3703320"/>
          </a:xfrm>
          <a:prstGeom prst="rect">
            <a:avLst/>
          </a:prstGeom>
          <a:ln w="12700">
            <a:solidFill>
              <a:schemeClr val="accent5"/>
            </a:solidFill>
          </a:ln>
        </p:spPr>
      </p:pic>
      <p:sp>
        <p:nvSpPr>
          <p:cNvPr id="5" name="Point heading"/>
          <p:cNvSpPr txBox="1"/>
          <p:nvPr/>
        </p:nvSpPr>
        <p:spPr>
          <a:xfrm>
            <a:off x="7315200" y="1508760"/>
            <a:ext cx="3337560" cy="320040"/>
          </a:xfrm>
          <a:prstGeom prst="rect">
            <a:avLst/>
          </a:prstGeom>
          <a:noFill/>
        </p:spPr>
        <p:txBody>
          <a:bodyPr wrap="square" anchor="t" lIns="0" rIns="0" tIns="0" bIns="0">
            <a:spAutoFit/>
          </a:bodyPr>
          <a:lstStyle/>
          <a:p>
            <a:pPr algn="l">
              <a:spcAft>
                <a:spcPts val="600"/>
              </a:spcAft>
            </a:pPr>
            <a:r>
              <a:rPr sz="1800" b="1">
                <a:solidFill>
                  <a:schemeClr val="accent2"/>
                </a:solidFill>
              </a:rPr>
              <a:t>Size of the model</a:t>
            </a:r>
          </a:p>
        </p:txBody>
      </p:sp>
      <p:sp>
        <p:nvSpPr>
          <p:cNvPr id="6" name="Point text"/>
          <p:cNvSpPr txBox="1"/>
          <p:nvPr/>
        </p:nvSpPr>
        <p:spPr>
          <a:xfrm>
            <a:off x="7315200" y="1837943"/>
            <a:ext cx="3337560" cy="502920"/>
          </a:xfrm>
          <a:prstGeom prst="rect">
            <a:avLst/>
          </a:prstGeom>
          <a:noFill/>
        </p:spPr>
        <p:txBody>
          <a:bodyPr wrap="square" anchor="t" lIns="0" rIns="0" tIns="0" bIns="0">
            <a:spAutoFit/>
          </a:bodyPr>
          <a:lstStyle/>
          <a:p>
            <a:pPr algn="l">
              <a:spcAft>
                <a:spcPts val="600"/>
              </a:spcAft>
            </a:pPr>
            <a:r>
              <a:rPr sz="1400" b="0">
                <a:solidFill>
                  <a:srgbClr val="3E556B"/>
                </a:solidFill>
              </a:rPr>
              <a:t>Tables, fields, lookups and how they connect</a:t>
            </a:r>
          </a:p>
        </p:txBody>
      </p:sp>
      <p:sp>
        <p:nvSpPr>
          <p:cNvPr id="7" name="Point heading"/>
          <p:cNvSpPr txBox="1"/>
          <p:nvPr/>
        </p:nvSpPr>
        <p:spPr>
          <a:xfrm>
            <a:off x="7315200" y="2743200"/>
            <a:ext cx="3337560" cy="320040"/>
          </a:xfrm>
          <a:prstGeom prst="rect">
            <a:avLst/>
          </a:prstGeom>
          <a:noFill/>
        </p:spPr>
        <p:txBody>
          <a:bodyPr wrap="square" anchor="t" lIns="0" rIns="0" tIns="0" bIns="0">
            <a:spAutoFit/>
          </a:bodyPr>
          <a:lstStyle/>
          <a:p>
            <a:pPr algn="l">
              <a:spcAft>
                <a:spcPts val="600"/>
              </a:spcAft>
            </a:pPr>
            <a:r>
              <a:rPr sz="1800" b="1">
                <a:solidFill>
                  <a:schemeClr val="accent2"/>
                </a:solidFill>
              </a:rPr>
              <a:t>How complete it is</a:t>
            </a:r>
          </a:p>
        </p:txBody>
      </p:sp>
      <p:sp>
        <p:nvSpPr>
          <p:cNvPr id="8" name="Point text"/>
          <p:cNvSpPr txBox="1"/>
          <p:nvPr/>
        </p:nvSpPr>
        <p:spPr>
          <a:xfrm>
            <a:off x="7315200" y="3072384"/>
            <a:ext cx="3337560" cy="502920"/>
          </a:xfrm>
          <a:prstGeom prst="rect">
            <a:avLst/>
          </a:prstGeom>
          <a:noFill/>
        </p:spPr>
        <p:txBody>
          <a:bodyPr wrap="square" anchor="t" lIns="0" rIns="0" tIns="0" bIns="0">
            <a:spAutoFit/>
          </a:bodyPr>
          <a:lstStyle/>
          <a:p>
            <a:pPr algn="l">
              <a:spcAft>
                <a:spcPts val="600"/>
              </a:spcAft>
            </a:pPr>
            <a:r>
              <a:rPr sz="1400" b="0">
                <a:solidFill>
                  <a:srgbClr val="3E556B"/>
                </a:solidFill>
              </a:rPr>
              <a:t>Descriptions, areas and purposes, per table and area</a:t>
            </a:r>
          </a:p>
        </p:txBody>
      </p:sp>
      <p:sp>
        <p:nvSpPr>
          <p:cNvPr id="9" name="Point heading"/>
          <p:cNvSpPr txBox="1"/>
          <p:nvPr/>
        </p:nvSpPr>
        <p:spPr>
          <a:xfrm>
            <a:off x="7315200" y="3977639"/>
            <a:ext cx="3337560" cy="320040"/>
          </a:xfrm>
          <a:prstGeom prst="rect">
            <a:avLst/>
          </a:prstGeom>
          <a:noFill/>
        </p:spPr>
        <p:txBody>
          <a:bodyPr wrap="square" anchor="t" lIns="0" rIns="0" tIns="0" bIns="0">
            <a:spAutoFit/>
          </a:bodyPr>
          <a:lstStyle/>
          <a:p>
            <a:pPr algn="l">
              <a:spcAft>
                <a:spcPts val="600"/>
              </a:spcAft>
            </a:pPr>
            <a:r>
              <a:rPr sz="1800" b="1">
                <a:solidFill>
                  <a:schemeClr val="accent2"/>
                </a:solidFill>
              </a:rPr>
              <a:t>What needs attention</a:t>
            </a:r>
          </a:p>
        </p:txBody>
      </p:sp>
      <p:sp>
        <p:nvSpPr>
          <p:cNvPr id="10" name="Point text"/>
          <p:cNvSpPr txBox="1"/>
          <p:nvPr/>
        </p:nvSpPr>
        <p:spPr>
          <a:xfrm>
            <a:off x="7315200" y="4306824"/>
            <a:ext cx="3337560" cy="502920"/>
          </a:xfrm>
          <a:prstGeom prst="rect">
            <a:avLst/>
          </a:prstGeom>
          <a:noFill/>
        </p:spPr>
        <p:txBody>
          <a:bodyPr wrap="square" anchor="t" lIns="0" rIns="0" tIns="0" bIns="0">
            <a:spAutoFit/>
          </a:bodyPr>
          <a:lstStyle/>
          <a:p>
            <a:pPr algn="l">
              <a:spcAft>
                <a:spcPts val="600"/>
              </a:spcAft>
            </a:pPr>
            <a:r>
              <a:rPr sz="1400" b="0">
                <a:solidFill>
                  <a:srgbClr val="3E556B"/>
                </a:solidFill>
              </a:rPr>
              <a:t>Checks, latest changes, and one click to build the solution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3" sz="quarter"/>
          </p:nvPr>
        </p:nvSpPr>
        <p:spPr/>
        <p:txBody>
          <a:bodyPr/>
          <a:lstStyle/>
          <a:p>
            <a:r>
              <a:t>Search and edit every table</a:t>
            </a:r>
          </a:p>
        </p:txBody>
      </p:sp>
      <p:pic>
        <p:nvPicPr>
          <p:cNvPr id="4" name="Screenshot: table" descr="A table page: the Test Task table with its details, field counts by type, and the field list with the primary key and primary name tagged"/>
          <p:cNvPicPr>
            <a:picLocks noChangeAspect="1"/>
          </p:cNvPicPr>
          <p:nvPr/>
        </p:nvPicPr>
        <p:blipFill>
          <a:blip r:embed="rId2"/>
          <a:stretch>
            <a:fillRect/>
          </a:stretch>
        </p:blipFill>
        <p:spPr>
          <a:xfrm>
            <a:off x="1490472" y="1508760"/>
            <a:ext cx="6583680" cy="3703320"/>
          </a:xfrm>
          <a:prstGeom prst="rect">
            <a:avLst/>
          </a:prstGeom>
          <a:ln w="12700">
            <a:solidFill>
              <a:schemeClr val="accent5"/>
            </a:solidFill>
          </a:ln>
        </p:spPr>
      </p:pic>
      <p:sp>
        <p:nvSpPr>
          <p:cNvPr id="5" name="Point heading"/>
          <p:cNvSpPr txBox="1"/>
          <p:nvPr/>
        </p:nvSpPr>
        <p:spPr>
          <a:xfrm>
            <a:off x="8366760" y="1508760"/>
            <a:ext cx="3246120" cy="320040"/>
          </a:xfrm>
          <a:prstGeom prst="rect">
            <a:avLst/>
          </a:prstGeom>
          <a:noFill/>
        </p:spPr>
        <p:txBody>
          <a:bodyPr wrap="square" anchor="t" lIns="0" rIns="0" tIns="0" bIns="0">
            <a:spAutoFit/>
          </a:bodyPr>
          <a:lstStyle/>
          <a:p>
            <a:pPr algn="l">
              <a:spcAft>
                <a:spcPts val="600"/>
              </a:spcAft>
            </a:pPr>
            <a:r>
              <a:rPr sz="1800" b="1">
                <a:solidFill>
                  <a:schemeClr val="accent2"/>
                </a:solidFill>
              </a:rPr>
              <a:t>Find anything</a:t>
            </a:r>
          </a:p>
        </p:txBody>
      </p:sp>
      <p:sp>
        <p:nvSpPr>
          <p:cNvPr id="6" name="Point text"/>
          <p:cNvSpPr txBox="1"/>
          <p:nvPr/>
        </p:nvSpPr>
        <p:spPr>
          <a:xfrm>
            <a:off x="8366760" y="1837943"/>
            <a:ext cx="3246120" cy="502920"/>
          </a:xfrm>
          <a:prstGeom prst="rect">
            <a:avLst/>
          </a:prstGeom>
          <a:noFill/>
        </p:spPr>
        <p:txBody>
          <a:bodyPr wrap="square" anchor="t" lIns="0" rIns="0" tIns="0" bIns="0">
            <a:spAutoFit/>
          </a:bodyPr>
          <a:lstStyle/>
          <a:p>
            <a:pPr algn="l">
              <a:spcAft>
                <a:spcPts val="600"/>
              </a:spcAft>
            </a:pPr>
            <a:r>
              <a:rPr sz="1400" b="0">
                <a:solidFill>
                  <a:srgbClr val="3E556B"/>
                </a:solidFill>
              </a:rPr>
              <a:t>Search, filter any column or area, or list every field at once</a:t>
            </a:r>
          </a:p>
        </p:txBody>
      </p:sp>
      <p:sp>
        <p:nvSpPr>
          <p:cNvPr id="7" name="Point heading"/>
          <p:cNvSpPr txBox="1"/>
          <p:nvPr/>
        </p:nvSpPr>
        <p:spPr>
          <a:xfrm>
            <a:off x="8366760" y="2743200"/>
            <a:ext cx="3246120" cy="320040"/>
          </a:xfrm>
          <a:prstGeom prst="rect">
            <a:avLst/>
          </a:prstGeom>
          <a:noFill/>
        </p:spPr>
        <p:txBody>
          <a:bodyPr wrap="square" anchor="t" lIns="0" rIns="0" tIns="0" bIns="0">
            <a:spAutoFit/>
          </a:bodyPr>
          <a:lstStyle/>
          <a:p>
            <a:pPr algn="l">
              <a:spcAft>
                <a:spcPts val="600"/>
              </a:spcAft>
            </a:pPr>
            <a:r>
              <a:rPr sz="1800" b="1">
                <a:solidFill>
                  <a:schemeClr val="accent2"/>
                </a:solidFill>
              </a:rPr>
              <a:t>Edit in place</a:t>
            </a:r>
          </a:p>
        </p:txBody>
      </p:sp>
      <p:sp>
        <p:nvSpPr>
          <p:cNvPr id="8" name="Point text"/>
          <p:cNvSpPr txBox="1"/>
          <p:nvPr/>
        </p:nvSpPr>
        <p:spPr>
          <a:xfrm>
            <a:off x="8366760" y="3072384"/>
            <a:ext cx="3246120" cy="502920"/>
          </a:xfrm>
          <a:prstGeom prst="rect">
            <a:avLst/>
          </a:prstGeom>
          <a:noFill/>
        </p:spPr>
        <p:txBody>
          <a:bodyPr wrap="square" anchor="t" lIns="0" rIns="0" tIns="0" bIns="0">
            <a:spAutoFit/>
          </a:bodyPr>
          <a:lstStyle/>
          <a:p>
            <a:pPr algn="l">
              <a:spcAft>
                <a:spcPts val="600"/>
              </a:spcAft>
            </a:pPr>
            <a:r>
              <a:rPr sz="1400" b="0">
                <a:solidFill>
                  <a:srgbClr val="3E556B"/>
                </a:solidFill>
              </a:rPr>
              <a:t>Double-click a cell; edits are kept in the browser and can be reverted</a:t>
            </a:r>
          </a:p>
        </p:txBody>
      </p:sp>
      <p:sp>
        <p:nvSpPr>
          <p:cNvPr id="9" name="Point heading"/>
          <p:cNvSpPr txBox="1"/>
          <p:nvPr/>
        </p:nvSpPr>
        <p:spPr>
          <a:xfrm>
            <a:off x="8366760" y="3977639"/>
            <a:ext cx="3246120" cy="320040"/>
          </a:xfrm>
          <a:prstGeom prst="rect">
            <a:avLst/>
          </a:prstGeom>
          <a:noFill/>
        </p:spPr>
        <p:txBody>
          <a:bodyPr wrap="square" anchor="t" lIns="0" rIns="0" tIns="0" bIns="0">
            <a:spAutoFit/>
          </a:bodyPr>
          <a:lstStyle/>
          <a:p>
            <a:pPr algn="l">
              <a:spcAft>
                <a:spcPts val="600"/>
              </a:spcAft>
            </a:pPr>
            <a:r>
              <a:rPr sz="1800" b="1">
                <a:solidFill>
                  <a:schemeClr val="accent2"/>
                </a:solidFill>
              </a:rPr>
              <a:t>Keys marked</a:t>
            </a:r>
          </a:p>
        </p:txBody>
      </p:sp>
      <p:sp>
        <p:nvSpPr>
          <p:cNvPr id="10" name="Point text"/>
          <p:cNvSpPr txBox="1"/>
          <p:nvPr/>
        </p:nvSpPr>
        <p:spPr>
          <a:xfrm>
            <a:off x="8366760" y="4306824"/>
            <a:ext cx="3246120" cy="502920"/>
          </a:xfrm>
          <a:prstGeom prst="rect">
            <a:avLst/>
          </a:prstGeom>
          <a:noFill/>
        </p:spPr>
        <p:txBody>
          <a:bodyPr wrap="square" anchor="t" lIns="0" rIns="0" tIns="0" bIns="0">
            <a:spAutoFit/>
          </a:bodyPr>
          <a:lstStyle/>
          <a:p>
            <a:pPr algn="l">
              <a:spcAft>
                <a:spcPts val="600"/>
              </a:spcAft>
            </a:pPr>
            <a:r>
              <a:rPr sz="1400" b="0">
                <a:solidFill>
                  <a:srgbClr val="3E556B"/>
                </a:solidFill>
              </a:rPr>
              <a:t>Primary key and primary name are tagged, and can be set on any field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3" sz="quarter"/>
          </p:nvPr>
        </p:nvSpPr>
        <p:spPr/>
        <p:txBody>
          <a:bodyPr/>
          <a:lstStyle/>
          <a:p>
            <a:r>
              <a:t>Add fields and relationships</a:t>
            </a:r>
          </a:p>
        </p:txBody>
      </p:sp>
      <p:pic>
        <p:nvPicPr>
          <p:cNvPr id="4" name="Screenshot: addfield" descr="The Add field dialog: display name Actual hours, with the logical name formus_actualhours and schema name formus_ActualHours suggested, and field type Decimal"/>
          <p:cNvPicPr>
            <a:picLocks noChangeAspect="1"/>
          </p:cNvPicPr>
          <p:nvPr/>
        </p:nvPicPr>
        <p:blipFill>
          <a:blip r:embed="rId2"/>
          <a:stretch>
            <a:fillRect/>
          </a:stretch>
        </p:blipFill>
        <p:spPr>
          <a:xfrm>
            <a:off x="475488" y="1508760"/>
            <a:ext cx="6583680" cy="3703320"/>
          </a:xfrm>
          <a:prstGeom prst="rect">
            <a:avLst/>
          </a:prstGeom>
          <a:ln w="12700">
            <a:solidFill>
              <a:schemeClr val="accent5"/>
            </a:solidFill>
          </a:ln>
        </p:spPr>
      </p:pic>
      <p:sp>
        <p:nvSpPr>
          <p:cNvPr id="5" name="Point heading"/>
          <p:cNvSpPr txBox="1"/>
          <p:nvPr/>
        </p:nvSpPr>
        <p:spPr>
          <a:xfrm>
            <a:off x="7315200" y="1508760"/>
            <a:ext cx="3337560" cy="320040"/>
          </a:xfrm>
          <a:prstGeom prst="rect">
            <a:avLst/>
          </a:prstGeom>
          <a:noFill/>
        </p:spPr>
        <p:txBody>
          <a:bodyPr wrap="square" anchor="t" lIns="0" rIns="0" tIns="0" bIns="0">
            <a:spAutoFit/>
          </a:bodyPr>
          <a:lstStyle/>
          <a:p>
            <a:pPr algn="l">
              <a:spcAft>
                <a:spcPts val="600"/>
              </a:spcAft>
            </a:pPr>
            <a:r>
              <a:rPr sz="1800" b="1">
                <a:solidFill>
                  <a:schemeClr val="accent2"/>
                </a:solidFill>
              </a:rPr>
              <a:t>Names suggested</a:t>
            </a:r>
          </a:p>
        </p:txBody>
      </p:sp>
      <p:sp>
        <p:nvSpPr>
          <p:cNvPr id="6" name="Point text"/>
          <p:cNvSpPr txBox="1"/>
          <p:nvPr/>
        </p:nvSpPr>
        <p:spPr>
          <a:xfrm>
            <a:off x="7315200" y="1837943"/>
            <a:ext cx="3337560" cy="502920"/>
          </a:xfrm>
          <a:prstGeom prst="rect">
            <a:avLst/>
          </a:prstGeom>
          <a:noFill/>
        </p:spPr>
        <p:txBody>
          <a:bodyPr wrap="square" anchor="t" lIns="0" rIns="0" tIns="0" bIns="0">
            <a:spAutoFit/>
          </a:bodyPr>
          <a:lstStyle/>
          <a:p>
            <a:pPr algn="l">
              <a:spcAft>
                <a:spcPts val="600"/>
              </a:spcAft>
            </a:pPr>
            <a:r>
              <a:rPr sz="1400" b="0">
                <a:solidFill>
                  <a:srgbClr val="3E556B"/>
                </a:solidFill>
              </a:rPr>
              <a:t>Logical and schema names follow the display name, with your prefix</a:t>
            </a:r>
          </a:p>
        </p:txBody>
      </p:sp>
      <p:sp>
        <p:nvSpPr>
          <p:cNvPr id="7" name="Point heading"/>
          <p:cNvSpPr txBox="1"/>
          <p:nvPr/>
        </p:nvSpPr>
        <p:spPr>
          <a:xfrm>
            <a:off x="7315200" y="2743200"/>
            <a:ext cx="3337560" cy="320040"/>
          </a:xfrm>
          <a:prstGeom prst="rect">
            <a:avLst/>
          </a:prstGeom>
          <a:noFill/>
        </p:spPr>
        <p:txBody>
          <a:bodyPr wrap="square" anchor="t" lIns="0" rIns="0" tIns="0" bIns="0">
            <a:spAutoFit/>
          </a:bodyPr>
          <a:lstStyle/>
          <a:p>
            <a:pPr algn="l">
              <a:spcAft>
                <a:spcPts val="600"/>
              </a:spcAft>
            </a:pPr>
            <a:r>
              <a:rPr sz="1800" b="1">
                <a:solidFill>
                  <a:schemeClr val="accent2"/>
                </a:solidFill>
              </a:rPr>
              <a:t>Lookups and N:N</a:t>
            </a:r>
          </a:p>
        </p:txBody>
      </p:sp>
      <p:sp>
        <p:nvSpPr>
          <p:cNvPr id="8" name="Point text"/>
          <p:cNvSpPr txBox="1"/>
          <p:nvPr/>
        </p:nvSpPr>
        <p:spPr>
          <a:xfrm>
            <a:off x="7315200" y="3072384"/>
            <a:ext cx="3337560" cy="502920"/>
          </a:xfrm>
          <a:prstGeom prst="rect">
            <a:avLst/>
          </a:prstGeom>
          <a:noFill/>
        </p:spPr>
        <p:txBody>
          <a:bodyPr wrap="square" anchor="t" lIns="0" rIns="0" tIns="0" bIns="0">
            <a:spAutoFit/>
          </a:bodyPr>
          <a:lstStyle/>
          <a:p>
            <a:pPr algn="l">
              <a:spcAft>
                <a:spcPts val="600"/>
              </a:spcAft>
            </a:pPr>
            <a:r>
              <a:rPr sz="1400" b="0">
                <a:solidFill>
                  <a:srgbClr val="3E556B"/>
                </a:solidFill>
              </a:rPr>
              <a:t>Pick the related table; the relationship type is filled in</a:t>
            </a:r>
          </a:p>
        </p:txBody>
      </p:sp>
      <p:sp>
        <p:nvSpPr>
          <p:cNvPr id="9" name="Point heading"/>
          <p:cNvSpPr txBox="1"/>
          <p:nvPr/>
        </p:nvSpPr>
        <p:spPr>
          <a:xfrm>
            <a:off x="7315200" y="3977639"/>
            <a:ext cx="3337560" cy="320040"/>
          </a:xfrm>
          <a:prstGeom prst="rect">
            <a:avLst/>
          </a:prstGeom>
          <a:noFill/>
        </p:spPr>
        <p:txBody>
          <a:bodyPr wrap="square" anchor="t" lIns="0" rIns="0" tIns="0" bIns="0">
            <a:spAutoFit/>
          </a:bodyPr>
          <a:lstStyle/>
          <a:p>
            <a:pPr algn="l">
              <a:spcAft>
                <a:spcPts val="600"/>
              </a:spcAft>
            </a:pPr>
            <a:r>
              <a:rPr sz="1800" b="1">
                <a:solidFill>
                  <a:schemeClr val="accent2"/>
                </a:solidFill>
              </a:rPr>
              <a:t>Template kept</a:t>
            </a:r>
          </a:p>
        </p:txBody>
      </p:sp>
      <p:sp>
        <p:nvSpPr>
          <p:cNvPr id="10" name="Point text"/>
          <p:cNvSpPr txBox="1"/>
          <p:nvPr/>
        </p:nvSpPr>
        <p:spPr>
          <a:xfrm>
            <a:off x="7315200" y="4306824"/>
            <a:ext cx="3337560" cy="502920"/>
          </a:xfrm>
          <a:prstGeom prst="rect">
            <a:avLst/>
          </a:prstGeom>
          <a:noFill/>
        </p:spPr>
        <p:txBody>
          <a:bodyPr wrap="square" anchor="t" lIns="0" rIns="0" tIns="0" bIns="0">
            <a:spAutoFit/>
          </a:bodyPr>
          <a:lstStyle/>
          <a:p>
            <a:pPr algn="l">
              <a:spcAft>
                <a:spcPts val="600"/>
              </a:spcAft>
            </a:pPr>
            <a:r>
              <a:rPr sz="1400" b="0">
                <a:solidFill>
                  <a:srgbClr val="3E556B"/>
                </a:solidFill>
              </a:rPr>
              <a:t>Columns and table details the template has are added if missing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3" sz="quarter"/>
          </p:nvPr>
        </p:nvSpPr>
        <p:spPr/>
        <p:txBody>
          <a:bodyPr/>
          <a:lstStyle/>
          <a:p>
            <a:r>
              <a:t>Checks catch problems early</a:t>
            </a:r>
          </a:p>
        </p:txBody>
      </p:sp>
      <p:graphicFrame>
        <p:nvGraphicFramePr>
          <p:cNvPr id="4" name="Table 3"/>
          <p:cNvGraphicFramePr>
            <a:graphicFrameLocks noGrp="1"/>
          </p:cNvGraphicFramePr>
          <p:nvPr/>
        </p:nvGraphicFramePr>
        <p:xfrm>
          <a:off x="493776" y="1600200"/>
          <a:ext cx="10972800" cy="3108960"/>
        </p:xfrm>
        <a:graphic>
          <a:graphicData uri="http://schemas.openxmlformats.org/drawingml/2006/table">
            <a:tbl>
              <a:tblPr firstRow="1" bandRow="1">
                <a:tableStyleId>{5C22544A-7EE6-4342-B048-85BDC9FD1C3A}</a:tableStyleId>
              </a:tblPr>
              <a:tblGrid>
                <a:gridCol w="1828800"/>
                <a:gridCol w="9144000"/>
              </a:tblGrid>
              <a:tr h="777240">
                <a:tc>
                  <a:txBody>
                    <a:bodyPr/>
                    <a:lstStyle/>
                    <a:p>
                      <a:r>
                        <a:rPr sz="1600" b="1">
                          <a:solidFill>
                            <a:schemeClr val="bg1"/>
                          </a:solidFill>
                        </a:rPr>
                        <a:t>Severity</a:t>
                      </a:r>
                    </a:p>
                  </a:txBody>
                  <a:tcPr marL="137160" marR="137160" marT="91440" marB="91440" anchor="ctr">
                    <a:solidFill>
                      <a:schemeClr val="accent1"/>
                    </a:solidFill>
                  </a:tcPr>
                </a:tc>
                <a:tc>
                  <a:txBody>
                    <a:bodyPr/>
                    <a:lstStyle/>
                    <a:p>
                      <a:r>
                        <a:rPr sz="1600" b="1">
                          <a:solidFill>
                            <a:schemeClr val="bg1"/>
                          </a:solidFill>
                        </a:rPr>
                        <a:t>Examples</a:t>
                      </a:r>
                    </a:p>
                  </a:txBody>
                  <a:tcPr marL="137160" marR="137160" marT="91440" marB="91440" anchor="ctr">
                    <a:solidFill>
                      <a:schemeClr val="accent1"/>
                    </a:solidFill>
                  </a:tcPr>
                </a:tc>
              </a:tr>
              <a:tr h="777240">
                <a:tc>
                  <a:txBody>
                    <a:bodyPr/>
                    <a:lstStyle/>
                    <a:p>
                      <a:r>
                        <a:rPr sz="1600" b="1">
                          <a:solidFill>
                            <a:schemeClr val="accent1"/>
                          </a:solidFill>
                        </a:rPr>
                        <a:t>Error</a:t>
                      </a:r>
                    </a:p>
                  </a:txBody>
                  <a:tcPr marL="137160" marR="137160" marT="91440" marB="91440" anchor="ctr">
                    <a:solidFill>
                      <a:schemeClr val="bg1"/>
                    </a:solidFill>
                  </a:tcPr>
                </a:tc>
                <a:tc>
                  <a:txBody>
                    <a:bodyPr/>
                    <a:lstStyle/>
                    <a:p>
                      <a:r>
                        <a:rPr sz="1600" b="0">
                          <a:solidFill>
                            <a:schemeClr val="tx1"/>
                          </a:solidFill>
                        </a:rPr>
                        <a:t>Missing logical name or primary name column; duplicated field; primary key that isn’t a unique identifier</a:t>
                      </a:r>
                    </a:p>
                  </a:txBody>
                  <a:tcPr marL="137160" marR="137160" marT="91440" marB="91440" anchor="ctr">
                    <a:solidFill>
                      <a:schemeClr val="bg1"/>
                    </a:solidFill>
                  </a:tcPr>
                </a:tc>
              </a:tr>
              <a:tr h="777240">
                <a:tc>
                  <a:txBody>
                    <a:bodyPr/>
                    <a:lstStyle/>
                    <a:p>
                      <a:r>
                        <a:rPr sz="1600" b="1">
                          <a:solidFill>
                            <a:schemeClr val="accent1"/>
                          </a:solidFill>
                        </a:rPr>
                        <a:t>Warning</a:t>
                      </a:r>
                    </a:p>
                  </a:txBody>
                  <a:tcPr marL="137160" marR="137160" marT="91440" marB="91440" anchor="ctr">
                    <a:solidFill>
                      <a:schemeClr val="accent5"/>
                    </a:solidFill>
                  </a:tcPr>
                </a:tc>
                <a:tc>
                  <a:txBody>
                    <a:bodyPr/>
                    <a:lstStyle/>
                    <a:p>
                      <a:r>
                        <a:rPr sz="1600" b="0">
                          <a:solidFill>
                            <a:schemeClr val="tx1"/>
                          </a:solidFill>
                        </a:rPr>
                        <a:t>Lookup with no target table; relationship type or cascade that isn’t valid; field with no type</a:t>
                      </a:r>
                    </a:p>
                  </a:txBody>
                  <a:tcPr marL="137160" marR="137160" marT="91440" marB="91440" anchor="ctr">
                    <a:solidFill>
                      <a:schemeClr val="accent5"/>
                    </a:solidFill>
                  </a:tcPr>
                </a:tc>
              </a:tr>
              <a:tr h="777240">
                <a:tc>
                  <a:txBody>
                    <a:bodyPr/>
                    <a:lstStyle/>
                    <a:p>
                      <a:r>
                        <a:rPr sz="1600" b="1">
                          <a:solidFill>
                            <a:schemeClr val="accent1"/>
                          </a:solidFill>
                        </a:rPr>
                        <a:t>Info</a:t>
                      </a:r>
                    </a:p>
                  </a:txBody>
                  <a:tcPr marL="137160" marR="137160" marT="91440" marB="91440" anchor="ctr">
                    <a:solidFill>
                      <a:schemeClr val="bg1"/>
                    </a:solidFill>
                  </a:tcPr>
                </a:tc>
                <a:tc>
                  <a:txBody>
                    <a:bodyPr/>
                    <a:lstStyle/>
                    <a:p>
                      <a:r>
                        <a:rPr sz="1600" b="0">
                          <a:solidFill>
                            <a:schemeClr val="tx1"/>
                          </a:solidFill>
                        </a:rPr>
                        <a:t>Lookup to a standard table that has no tab; relationship type still to review; fields to build by hand</a:t>
                      </a:r>
                    </a:p>
                  </a:txBody>
                  <a:tcPr marL="137160" marR="137160" marT="91440" marB="91440" anchor="ctr">
                    <a:solidFill>
                      <a:schemeClr val="bg1"/>
                    </a:solidFill>
                  </a:tcPr>
                </a:tc>
              </a:tr>
            </a:tbl>
          </a:graphicData>
        </a:graphic>
      </p:graphicFrame>
      <p:sp>
        <p:nvSpPr>
          <p:cNvPr id="5" name="TextBox 4"/>
          <p:cNvSpPr txBox="1"/>
          <p:nvPr/>
        </p:nvSpPr>
        <p:spPr>
          <a:xfrm>
            <a:off x="493776" y="5074920"/>
            <a:ext cx="10972800" cy="731520"/>
          </a:xfrm>
          <a:prstGeom prst="rect">
            <a:avLst/>
          </a:prstGeom>
          <a:noFill/>
        </p:spPr>
        <p:txBody>
          <a:bodyPr wrap="square" anchor="t" lIns="0" rIns="0" tIns="0" bIns="0">
            <a:spAutoFit/>
          </a:bodyPr>
          <a:lstStyle/>
          <a:p>
            <a:pPr algn="l">
              <a:spcAft>
                <a:spcPts val="600"/>
              </a:spcAft>
            </a:pPr>
            <a:r>
              <a:rPr sz="1600" b="0">
                <a:solidFill>
                  <a:srgbClr val="3E556B"/>
                </a:solidFill>
              </a:rPr>
              <a:t>Checks update as you edit, filter by area and export to CSV. Optionally, compare the workbook with the live Dataverse environment.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3" sz="quarter"/>
          </p:nvPr>
        </p:nvSpPr>
        <p:spPr/>
        <p:txBody>
          <a:bodyPr/>
          <a:lstStyle/>
          <a:p>
            <a:r>
              <a:t>An ERD drawn from the lookups</a:t>
            </a:r>
          </a:p>
        </p:txBody>
      </p:sp>
      <p:pic>
        <p:nvPicPr>
          <p:cNvPr id="4" name="Screenshot: erd" descr="The ERD page: Test Project, Test Task and Test Resource joined by their lookups, with the many-to-many relationship as a dashed line, and the drawing options on the left"/>
          <p:cNvPicPr>
            <a:picLocks noChangeAspect="1"/>
          </p:cNvPicPr>
          <p:nvPr/>
        </p:nvPicPr>
        <p:blipFill>
          <a:blip r:embed="rId2"/>
          <a:stretch>
            <a:fillRect/>
          </a:stretch>
        </p:blipFill>
        <p:spPr>
          <a:xfrm>
            <a:off x="1490472" y="1508760"/>
            <a:ext cx="6583680" cy="3703320"/>
          </a:xfrm>
          <a:prstGeom prst="rect">
            <a:avLst/>
          </a:prstGeom>
          <a:ln w="12700">
            <a:solidFill>
              <a:schemeClr val="accent5"/>
            </a:solidFill>
          </a:ln>
        </p:spPr>
      </p:pic>
      <p:sp>
        <p:nvSpPr>
          <p:cNvPr id="5" name="Point heading"/>
          <p:cNvSpPr txBox="1"/>
          <p:nvPr/>
        </p:nvSpPr>
        <p:spPr>
          <a:xfrm>
            <a:off x="8366760" y="1508760"/>
            <a:ext cx="3246120" cy="320040"/>
          </a:xfrm>
          <a:prstGeom prst="rect">
            <a:avLst/>
          </a:prstGeom>
          <a:noFill/>
        </p:spPr>
        <p:txBody>
          <a:bodyPr wrap="square" anchor="t" lIns="0" rIns="0" tIns="0" bIns="0">
            <a:spAutoFit/>
          </a:bodyPr>
          <a:lstStyle/>
          <a:p>
            <a:pPr algn="l">
              <a:spcAft>
                <a:spcPts val="600"/>
              </a:spcAft>
            </a:pPr>
            <a:r>
              <a:rPr sz="1800" b="1">
                <a:solidFill>
                  <a:schemeClr val="accent2"/>
                </a:solidFill>
              </a:rPr>
              <a:t>Pick what to draw</a:t>
            </a:r>
          </a:p>
        </p:txBody>
      </p:sp>
      <p:sp>
        <p:nvSpPr>
          <p:cNvPr id="6" name="Point text"/>
          <p:cNvSpPr txBox="1"/>
          <p:nvPr/>
        </p:nvSpPr>
        <p:spPr>
          <a:xfrm>
            <a:off x="8366760" y="1837943"/>
            <a:ext cx="3246120" cy="502920"/>
          </a:xfrm>
          <a:prstGeom prst="rect">
            <a:avLst/>
          </a:prstGeom>
          <a:noFill/>
        </p:spPr>
        <p:txBody>
          <a:bodyPr wrap="square" anchor="t" lIns="0" rIns="0" tIns="0" bIns="0">
            <a:spAutoFit/>
          </a:bodyPr>
          <a:lstStyle/>
          <a:p>
            <a:pPr algn="l">
              <a:spcAft>
                <a:spcPts val="600"/>
              </a:spcAft>
            </a:pPr>
            <a:r>
              <a:rPr sz="1400" b="0">
                <a:solidFill>
                  <a:srgbClr val="3E556B"/>
                </a:solidFill>
              </a:rPr>
              <a:t>By area, by table, or around one core table</a:t>
            </a:r>
          </a:p>
        </p:txBody>
      </p:sp>
      <p:sp>
        <p:nvSpPr>
          <p:cNvPr id="7" name="Point heading"/>
          <p:cNvSpPr txBox="1"/>
          <p:nvPr/>
        </p:nvSpPr>
        <p:spPr>
          <a:xfrm>
            <a:off x="8366760" y="2743200"/>
            <a:ext cx="3246120" cy="320040"/>
          </a:xfrm>
          <a:prstGeom prst="rect">
            <a:avLst/>
          </a:prstGeom>
          <a:noFill/>
        </p:spPr>
        <p:txBody>
          <a:bodyPr wrap="square" anchor="t" lIns="0" rIns="0" tIns="0" bIns="0">
            <a:spAutoFit/>
          </a:bodyPr>
          <a:lstStyle/>
          <a:p>
            <a:pPr algn="l">
              <a:spcAft>
                <a:spcPts val="600"/>
              </a:spcAft>
            </a:pPr>
            <a:r>
              <a:rPr sz="1800" b="1">
                <a:solidFill>
                  <a:schemeClr val="accent2"/>
                </a:solidFill>
              </a:rPr>
              <a:t>Honest lines</a:t>
            </a:r>
          </a:p>
        </p:txBody>
      </p:sp>
      <p:sp>
        <p:nvSpPr>
          <p:cNvPr id="8" name="Point text"/>
          <p:cNvSpPr txBox="1"/>
          <p:nvPr/>
        </p:nvSpPr>
        <p:spPr>
          <a:xfrm>
            <a:off x="8366760" y="3072384"/>
            <a:ext cx="3246120" cy="502920"/>
          </a:xfrm>
          <a:prstGeom prst="rect">
            <a:avLst/>
          </a:prstGeom>
          <a:noFill/>
        </p:spPr>
        <p:txBody>
          <a:bodyPr wrap="square" anchor="t" lIns="0" rIns="0" tIns="0" bIns="0">
            <a:spAutoFit/>
          </a:bodyPr>
          <a:lstStyle/>
          <a:p>
            <a:pPr algn="l">
              <a:spcAft>
                <a:spcPts val="600"/>
              </a:spcAft>
            </a:pPr>
            <a:r>
              <a:rPr sz="1400" b="0">
                <a:solidFill>
                  <a:srgbClr val="3E556B"/>
                </a:solidFill>
              </a:rPr>
              <a:t>Ends show one or many only where the relationship type is recorded</a:t>
            </a:r>
          </a:p>
        </p:txBody>
      </p:sp>
      <p:sp>
        <p:nvSpPr>
          <p:cNvPr id="9" name="Point heading"/>
          <p:cNvSpPr txBox="1"/>
          <p:nvPr/>
        </p:nvSpPr>
        <p:spPr>
          <a:xfrm>
            <a:off x="8366760" y="3977639"/>
            <a:ext cx="3246120" cy="320040"/>
          </a:xfrm>
          <a:prstGeom prst="rect">
            <a:avLst/>
          </a:prstGeom>
          <a:noFill/>
        </p:spPr>
        <p:txBody>
          <a:bodyPr wrap="square" anchor="t" lIns="0" rIns="0" tIns="0" bIns="0">
            <a:spAutoFit/>
          </a:bodyPr>
          <a:lstStyle/>
          <a:p>
            <a:pPr algn="l">
              <a:spcAft>
                <a:spcPts val="600"/>
              </a:spcAft>
            </a:pPr>
            <a:r>
              <a:rPr sz="1800" b="1">
                <a:solidFill>
                  <a:schemeClr val="accent2"/>
                </a:solidFill>
              </a:rPr>
              <a:t>Take it with you</a:t>
            </a:r>
          </a:p>
        </p:txBody>
      </p:sp>
      <p:sp>
        <p:nvSpPr>
          <p:cNvPr id="10" name="Point text"/>
          <p:cNvSpPr txBox="1"/>
          <p:nvPr/>
        </p:nvSpPr>
        <p:spPr>
          <a:xfrm>
            <a:off x="8366760" y="4306824"/>
            <a:ext cx="3246120" cy="502920"/>
          </a:xfrm>
          <a:prstGeom prst="rect">
            <a:avLst/>
          </a:prstGeom>
          <a:noFill/>
        </p:spPr>
        <p:txBody>
          <a:bodyPr wrap="square" anchor="t" lIns="0" rIns="0" tIns="0" bIns="0">
            <a:spAutoFit/>
          </a:bodyPr>
          <a:lstStyle/>
          <a:p>
            <a:pPr algn="l">
              <a:spcAft>
                <a:spcPts val="600"/>
              </a:spcAft>
            </a:pPr>
            <a:r>
              <a:rPr sz="1400" b="0">
                <a:solidFill>
                  <a:srgbClr val="3E556B"/>
                </a:solidFill>
              </a:rPr>
              <a:t>Export to draw.io, SVG, PNG or Mermaid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4" sz="quarter"/>
          </p:nvPr>
        </p:nvSpPr>
        <p:spPr/>
        <p:txBody>
          <a:bodyPr/>
          <a:lstStyle/>
          <a:p>
            <a:r>
              <a:rPr sz="1600"/>
              <a:t>1.  Load it: every difference is listed, from tables and fields to values, columns and relationships.</a:t>
            </a:r>
          </a:p>
          <a:p>
            <a:r>
              <a:rPr sz="1600"/>
              <a:t>2.  Your edits carry over. Where the new version changed a value you edited, you choose which to keep.</a:t>
            </a:r>
          </a:p>
          <a:p>
            <a:r>
              <a:rPr sz="1600"/>
              <a:t>3.  Each workbook keeps its own edits, so two clients’ models never mix.</a:t>
            </a:r>
          </a:p>
        </p:txBody>
      </p:sp>
      <p:sp>
        <p:nvSpPr>
          <p:cNvPr id="3" name="Text Placeholder 2"/>
          <p:cNvSpPr>
            <a:spLocks noGrp="1"/>
          </p:cNvSpPr>
          <p:nvPr>
            <p:ph type="body" idx="18" sz="quarter"/>
          </p:nvPr>
        </p:nvSpPr>
        <p:spPr/>
        <p:txBody>
          <a:bodyPr/>
          <a:lstStyle/>
          <a:p>
            <a:r>
              <a:t>When a new version arrives</a:t>
            </a:r>
          </a:p>
        </p:txBody>
      </p:sp>
      <p:sp>
        <p:nvSpPr>
          <p:cNvPr id="4" name="Text Placeholder 3"/>
          <p:cNvSpPr>
            <a:spLocks noGrp="1"/>
          </p:cNvSpPr>
          <p:nvPr>
            <p:ph type="body" idx="19" sz="quarter"/>
          </p:nvPr>
        </p:nvSpPr>
        <p:spPr/>
        <p:txBody>
          <a:bodyPr/>
          <a:lstStyle/>
          <a:p>
            <a:pPr marL="228600" indent="-228600">
              <a:spcBef>
                <a:spcPts val="600"/>
              </a:spcBef>
              <a:buChar char="•"/>
            </a:pPr>
            <a:r>
              <a:rPr sz="1600"/>
              <a:t>Only the cells you edited are rewritten; formatting, validations and everything else stay as they were.</a:t>
            </a:r>
          </a:p>
          <a:p>
            <a:pPr marL="228600" indent="-228600">
              <a:spcBef>
                <a:spcPts val="600"/>
              </a:spcBef>
              <a:buChar char="•"/>
            </a:pPr>
            <a:r>
              <a:rPr sz="1600"/>
              <a:t>The file is read back and every edit checked. If any edit can’t be written, nothing is saved and your edits are kept.</a:t>
            </a:r>
          </a:p>
          <a:p>
            <a:pPr marL="228600" indent="-228600">
              <a:spcBef>
                <a:spcPts val="600"/>
              </a:spcBef>
              <a:buChar char="•"/>
            </a:pPr>
            <a:r>
              <a:rPr sz="1600"/>
              <a:t>Every download asks for a file name, suggesting the next version number.</a:t>
            </a:r>
          </a:p>
        </p:txBody>
      </p:sp>
      <p:sp>
        <p:nvSpPr>
          <p:cNvPr id="5" name="Text Placeholder 4"/>
          <p:cNvSpPr>
            <a:spLocks noGrp="1"/>
          </p:cNvSpPr>
          <p:nvPr>
            <p:ph type="body" idx="20" sz="quarter"/>
          </p:nvPr>
        </p:nvSpPr>
        <p:spPr/>
        <p:txBody>
          <a:bodyPr/>
          <a:lstStyle/>
          <a:p>
            <a:r>
              <a:t>Saving back safely</a:t>
            </a:r>
          </a:p>
        </p:txBody>
      </p:sp>
      <p:sp>
        <p:nvSpPr>
          <p:cNvPr id="6" name="Text Placeholder 5"/>
          <p:cNvSpPr>
            <a:spLocks noGrp="1"/>
          </p:cNvSpPr>
          <p:nvPr>
            <p:ph type="body" idx="13" sz="quarter"/>
          </p:nvPr>
        </p:nvSpPr>
        <p:spPr/>
        <p:txBody>
          <a:bodyPr/>
          <a:lstStyle/>
          <a:p>
            <a:r>
              <a:t>New versions keep your edits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9" sz="quarter"/>
          </p:nvPr>
        </p:nvSpPr>
        <p:spPr/>
        <p:txBody>
          <a:bodyPr/>
          <a:lstStyle/>
          <a:p>
            <a:pPr marL="228600" indent="-228600">
              <a:spcBef>
                <a:spcPts val="600"/>
              </a:spcBef>
              <a:buChar char="•"/>
            </a:pPr>
            <a:r>
              <a:rPr sz="1600"/>
              <a:t>The unmanaged solution: tables, fields and relationships</a:t>
            </a:r>
          </a:p>
          <a:p>
            <a:pPr marL="228600" indent="-228600">
              <a:spcBef>
                <a:spcPts val="600"/>
              </a:spcBef>
              <a:buChar char="•"/>
            </a:pPr>
            <a:r>
              <a:rPr sz="1600"/>
              <a:t>import.ps1: installs pac if needed, signs in, imports</a:t>
            </a:r>
          </a:p>
          <a:p>
            <a:pPr marL="228600" indent="-228600">
              <a:spcBef>
                <a:spcPts val="600"/>
              </a:spcBef>
              <a:buChar char="•"/>
            </a:pPr>
            <a:r>
              <a:rPr sz="1600"/>
              <a:t>build-report.csv: everything included, left out or to build by hand</a:t>
            </a:r>
          </a:p>
          <a:p>
            <a:pPr marL="228600" indent="-228600">
              <a:spcBef>
                <a:spcPts val="600"/>
              </a:spcBef>
              <a:buChar char="•"/>
            </a:pPr>
            <a:r>
              <a:rPr sz="1600"/>
              <a:t>The list of calculated and rollup fields to create by hand</a:t>
            </a:r>
          </a:p>
        </p:txBody>
      </p:sp>
      <p:sp>
        <p:nvSpPr>
          <p:cNvPr id="4" name="Text Placeholder 3"/>
          <p:cNvSpPr>
            <a:spLocks noGrp="1"/>
          </p:cNvSpPr>
          <p:nvPr>
            <p:ph type="body" idx="20" sz="quarter"/>
          </p:nvPr>
        </p:nvSpPr>
        <p:spPr/>
        <p:txBody>
          <a:bodyPr/>
          <a:lstStyle/>
          <a:p>
            <a:r>
              <a:t>One download holds</a:t>
            </a:r>
          </a:p>
        </p:txBody>
      </p:sp>
      <p:sp>
        <p:nvSpPr>
          <p:cNvPr id="5" name="Text Placeholder 4"/>
          <p:cNvSpPr>
            <a:spLocks noGrp="1"/>
          </p:cNvSpPr>
          <p:nvPr>
            <p:ph type="body" idx="13" sz="quarter"/>
          </p:nvPr>
        </p:nvSpPr>
        <p:spPr/>
        <p:txBody>
          <a:bodyPr/>
          <a:lstStyle/>
          <a:p>
            <a:r>
              <a:t>From workbook to Dataverse</a:t>
            </a:r>
          </a:p>
        </p:txBody>
      </p:sp>
      <p:sp>
        <p:nvSpPr>
          <p:cNvPr id="6" name="Step"/>
          <p:cNvSpPr/>
          <p:nvPr/>
        </p:nvSpPr>
        <p:spPr>
          <a:xfrm>
            <a:off x="6675120" y="1691640"/>
            <a:ext cx="4937760" cy="868680"/>
          </a:xfrm>
          <a:prstGeom prst="roundRect">
            <a:avLst>
              <a:gd name="adj" fmla="val 8000"/>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949440" y="1801368"/>
            <a:ext cx="4480560" cy="365760"/>
          </a:xfrm>
          <a:prstGeom prst="rect">
            <a:avLst/>
          </a:prstGeom>
          <a:noFill/>
        </p:spPr>
        <p:txBody>
          <a:bodyPr wrap="square" anchor="t" lIns="0" rIns="0" tIns="0" bIns="0">
            <a:spAutoFit/>
          </a:bodyPr>
          <a:lstStyle/>
          <a:p>
            <a:pPr algn="l">
              <a:spcAft>
                <a:spcPts val="600"/>
              </a:spcAft>
            </a:pPr>
            <a:r>
              <a:rPr sz="1800" b="1">
                <a:solidFill>
                  <a:schemeClr val="accent1"/>
                </a:solidFill>
              </a:rPr>
              <a:t>Workbook</a:t>
            </a:r>
          </a:p>
        </p:txBody>
      </p:sp>
      <p:sp>
        <p:nvSpPr>
          <p:cNvPr id="8" name="TextBox 7"/>
          <p:cNvSpPr txBox="1"/>
          <p:nvPr/>
        </p:nvSpPr>
        <p:spPr>
          <a:xfrm>
            <a:off x="6949440" y="2148840"/>
            <a:ext cx="4480560" cy="320040"/>
          </a:xfrm>
          <a:prstGeom prst="rect">
            <a:avLst/>
          </a:prstGeom>
          <a:noFill/>
        </p:spPr>
        <p:txBody>
          <a:bodyPr wrap="square" anchor="t" lIns="0" rIns="0" tIns="0" bIns="0">
            <a:spAutoFit/>
          </a:bodyPr>
          <a:lstStyle/>
          <a:p>
            <a:pPr algn="l">
              <a:spcAft>
                <a:spcPts val="600"/>
              </a:spcAft>
            </a:pPr>
            <a:r>
              <a:rPr sz="1400" b="0">
                <a:solidFill>
                  <a:srgbClr val="3E556B"/>
                </a:solidFill>
              </a:rPr>
              <a:t>Checked in the page</a:t>
            </a:r>
          </a:p>
        </p:txBody>
      </p:sp>
      <p:sp>
        <p:nvSpPr>
          <p:cNvPr id="9" name="Arrow"/>
          <p:cNvSpPr/>
          <p:nvPr/>
        </p:nvSpPr>
        <p:spPr>
          <a:xfrm>
            <a:off x="9006840" y="2587752"/>
            <a:ext cx="274320" cy="310896"/>
          </a:xfrm>
          <a:prstGeom prst="downArrow">
            <a:avLst/>
          </a:prstGeom>
          <a:solidFill>
            <a:schemeClr val="accent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tep"/>
          <p:cNvSpPr/>
          <p:nvPr/>
        </p:nvSpPr>
        <p:spPr>
          <a:xfrm>
            <a:off x="6675120" y="2926080"/>
            <a:ext cx="4937760" cy="868680"/>
          </a:xfrm>
          <a:prstGeom prst="roundRect">
            <a:avLst>
              <a:gd name="adj" fmla="val 8000"/>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949440" y="3035808"/>
            <a:ext cx="4480560" cy="365760"/>
          </a:xfrm>
          <a:prstGeom prst="rect">
            <a:avLst/>
          </a:prstGeom>
          <a:noFill/>
        </p:spPr>
        <p:txBody>
          <a:bodyPr wrap="square" anchor="t" lIns="0" rIns="0" tIns="0" bIns="0">
            <a:spAutoFit/>
          </a:bodyPr>
          <a:lstStyle/>
          <a:p>
            <a:pPr algn="l">
              <a:spcAft>
                <a:spcPts val="600"/>
              </a:spcAft>
            </a:pPr>
            <a:r>
              <a:rPr sz="1800" b="1">
                <a:solidFill>
                  <a:schemeClr val="accent1"/>
                </a:solidFill>
              </a:rPr>
              <a:t>Generate</a:t>
            </a:r>
          </a:p>
        </p:txBody>
      </p:sp>
      <p:sp>
        <p:nvSpPr>
          <p:cNvPr id="12" name="TextBox 11"/>
          <p:cNvSpPr txBox="1"/>
          <p:nvPr/>
        </p:nvSpPr>
        <p:spPr>
          <a:xfrm>
            <a:off x="6949440" y="3383280"/>
            <a:ext cx="4480560" cy="320040"/>
          </a:xfrm>
          <a:prstGeom prst="rect">
            <a:avLst/>
          </a:prstGeom>
          <a:noFill/>
        </p:spPr>
        <p:txBody>
          <a:bodyPr wrap="square" anchor="t" lIns="0" rIns="0" tIns="0" bIns="0">
            <a:spAutoFit/>
          </a:bodyPr>
          <a:lstStyle/>
          <a:p>
            <a:pPr algn="l">
              <a:spcAft>
                <a:spcPts val="600"/>
              </a:spcAft>
            </a:pPr>
            <a:r>
              <a:rPr sz="1400" b="0">
                <a:solidFill>
                  <a:srgbClr val="3E556B"/>
                </a:solidFill>
              </a:rPr>
              <a:t>Name, version and publisher</a:t>
            </a:r>
          </a:p>
        </p:txBody>
      </p:sp>
      <p:sp>
        <p:nvSpPr>
          <p:cNvPr id="13" name="Arrow"/>
          <p:cNvSpPr/>
          <p:nvPr/>
        </p:nvSpPr>
        <p:spPr>
          <a:xfrm>
            <a:off x="9006840" y="3822191"/>
            <a:ext cx="274320" cy="310896"/>
          </a:xfrm>
          <a:prstGeom prst="downArrow">
            <a:avLst/>
          </a:prstGeom>
          <a:solidFill>
            <a:schemeClr val="accent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tep"/>
          <p:cNvSpPr/>
          <p:nvPr/>
        </p:nvSpPr>
        <p:spPr>
          <a:xfrm>
            <a:off x="6675120" y="4160520"/>
            <a:ext cx="4937760" cy="868680"/>
          </a:xfrm>
          <a:prstGeom prst="roundRect">
            <a:avLst>
              <a:gd name="adj" fmla="val 8000"/>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949440" y="4270248"/>
            <a:ext cx="4480560" cy="365760"/>
          </a:xfrm>
          <a:prstGeom prst="rect">
            <a:avLst/>
          </a:prstGeom>
          <a:noFill/>
        </p:spPr>
        <p:txBody>
          <a:bodyPr wrap="square" anchor="t" lIns="0" rIns="0" tIns="0" bIns="0">
            <a:spAutoFit/>
          </a:bodyPr>
          <a:lstStyle/>
          <a:p>
            <a:pPr algn="l">
              <a:spcAft>
                <a:spcPts val="600"/>
              </a:spcAft>
            </a:pPr>
            <a:r>
              <a:rPr sz="1800" b="1">
                <a:solidFill>
                  <a:schemeClr val="accent1"/>
                </a:solidFill>
              </a:rPr>
              <a:t>import.ps1</a:t>
            </a:r>
          </a:p>
        </p:txBody>
      </p:sp>
      <p:sp>
        <p:nvSpPr>
          <p:cNvPr id="16" name="TextBox 15"/>
          <p:cNvSpPr txBox="1"/>
          <p:nvPr/>
        </p:nvSpPr>
        <p:spPr>
          <a:xfrm>
            <a:off x="6949440" y="4617720"/>
            <a:ext cx="4480560" cy="320040"/>
          </a:xfrm>
          <a:prstGeom prst="rect">
            <a:avLst/>
          </a:prstGeom>
          <a:noFill/>
        </p:spPr>
        <p:txBody>
          <a:bodyPr wrap="square" anchor="t" lIns="0" rIns="0" tIns="0" bIns="0">
            <a:spAutoFit/>
          </a:bodyPr>
          <a:lstStyle/>
          <a:p>
            <a:pPr algn="l">
              <a:spcAft>
                <a:spcPts val="600"/>
              </a:spcAft>
            </a:pPr>
            <a:r>
              <a:rPr sz="1400" b="0">
                <a:solidFill>
                  <a:srgbClr val="3E556B"/>
                </a:solidFill>
              </a:rPr>
              <a:t>Run in PowerShell</a:t>
            </a:r>
          </a:p>
        </p:txBody>
      </p:sp>
      <p:sp>
        <p:nvSpPr>
          <p:cNvPr id="17" name="Arrow"/>
          <p:cNvSpPr/>
          <p:nvPr/>
        </p:nvSpPr>
        <p:spPr>
          <a:xfrm>
            <a:off x="9006840" y="5056632"/>
            <a:ext cx="274320" cy="310896"/>
          </a:xfrm>
          <a:prstGeom prst="downArrow">
            <a:avLst/>
          </a:prstGeom>
          <a:solidFill>
            <a:schemeClr val="accent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tep"/>
          <p:cNvSpPr/>
          <p:nvPr/>
        </p:nvSpPr>
        <p:spPr>
          <a:xfrm>
            <a:off x="6675120" y="5394960"/>
            <a:ext cx="4937760" cy="868680"/>
          </a:xfrm>
          <a:prstGeom prst="roundRect">
            <a:avLst>
              <a:gd name="adj" fmla="val 8000"/>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6949440" y="5504688"/>
            <a:ext cx="4480560" cy="365760"/>
          </a:xfrm>
          <a:prstGeom prst="rect">
            <a:avLst/>
          </a:prstGeom>
          <a:noFill/>
        </p:spPr>
        <p:txBody>
          <a:bodyPr wrap="square" anchor="t" lIns="0" rIns="0" tIns="0" bIns="0">
            <a:spAutoFit/>
          </a:bodyPr>
          <a:lstStyle/>
          <a:p>
            <a:pPr algn="l">
              <a:spcAft>
                <a:spcPts val="600"/>
              </a:spcAft>
            </a:pPr>
            <a:r>
              <a:rPr sz="1800" b="1">
                <a:solidFill>
                  <a:schemeClr val="accent1"/>
                </a:solidFill>
              </a:rPr>
              <a:t>Development environment</a:t>
            </a:r>
          </a:p>
        </p:txBody>
      </p:sp>
      <p:sp>
        <p:nvSpPr>
          <p:cNvPr id="20" name="TextBox 19"/>
          <p:cNvSpPr txBox="1"/>
          <p:nvPr/>
        </p:nvSpPr>
        <p:spPr>
          <a:xfrm>
            <a:off x="6949440" y="5852160"/>
            <a:ext cx="4480560" cy="320040"/>
          </a:xfrm>
          <a:prstGeom prst="rect">
            <a:avLst/>
          </a:prstGeom>
          <a:noFill/>
        </p:spPr>
        <p:txBody>
          <a:bodyPr wrap="square" anchor="t" lIns="0" rIns="0" tIns="0" bIns="0">
            <a:spAutoFit/>
          </a:bodyPr>
          <a:lstStyle/>
          <a:p>
            <a:pPr algn="l">
              <a:spcAft>
                <a:spcPts val="600"/>
              </a:spcAft>
            </a:pPr>
            <a:r>
              <a:rPr sz="1400" b="0">
                <a:solidFill>
                  <a:srgbClr val="3E556B"/>
                </a:solidFill>
              </a:rPr>
              <a:t>Then export as managed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3" sz="quarter"/>
          </p:nvPr>
        </p:nvSpPr>
        <p:spPr/>
        <p:txBody>
          <a:bodyPr/>
          <a:lstStyle/>
          <a:p>
            <a:r>
              <a:t>See what will be built first</a:t>
            </a:r>
          </a:p>
        </p:txBody>
      </p:sp>
      <p:pic>
        <p:nvPicPr>
          <p:cNvPr id="4" name="Screenshot: solution" descr="The Build a Dataverse solution dialog: solution and publisher names, prefix formus, choice value prefix 75047, and a summary of 3 new tables, 18 fields, 3 one-to-many and 1 many-to-many relationship"/>
          <p:cNvPicPr>
            <a:picLocks noChangeAspect="1"/>
          </p:cNvPicPr>
          <p:nvPr/>
        </p:nvPicPr>
        <p:blipFill>
          <a:blip r:embed="rId2"/>
          <a:stretch>
            <a:fillRect/>
          </a:stretch>
        </p:blipFill>
        <p:spPr>
          <a:xfrm>
            <a:off x="475488" y="1508760"/>
            <a:ext cx="6583680" cy="3703320"/>
          </a:xfrm>
          <a:prstGeom prst="rect">
            <a:avLst/>
          </a:prstGeom>
          <a:ln w="12700">
            <a:solidFill>
              <a:schemeClr val="accent5"/>
            </a:solidFill>
          </a:ln>
        </p:spPr>
      </p:pic>
      <p:sp>
        <p:nvSpPr>
          <p:cNvPr id="5" name="Point heading"/>
          <p:cNvSpPr txBox="1"/>
          <p:nvPr/>
        </p:nvSpPr>
        <p:spPr>
          <a:xfrm>
            <a:off x="7315200" y="1508760"/>
            <a:ext cx="3337560" cy="320040"/>
          </a:xfrm>
          <a:prstGeom prst="rect">
            <a:avLst/>
          </a:prstGeom>
          <a:noFill/>
        </p:spPr>
        <p:txBody>
          <a:bodyPr wrap="square" anchor="t" lIns="0" rIns="0" tIns="0" bIns="0">
            <a:spAutoFit/>
          </a:bodyPr>
          <a:lstStyle/>
          <a:p>
            <a:pPr algn="l">
              <a:spcAft>
                <a:spcPts val="600"/>
              </a:spcAft>
            </a:pPr>
            <a:r>
              <a:rPr sz="1800" b="1">
                <a:solidFill>
                  <a:schemeClr val="accent2"/>
                </a:solidFill>
              </a:rPr>
              <a:t>Built for you</a:t>
            </a:r>
          </a:p>
        </p:txBody>
      </p:sp>
      <p:sp>
        <p:nvSpPr>
          <p:cNvPr id="6" name="Point text"/>
          <p:cNvSpPr txBox="1"/>
          <p:nvPr/>
        </p:nvSpPr>
        <p:spPr>
          <a:xfrm>
            <a:off x="7315200" y="1837943"/>
            <a:ext cx="3337560" cy="502920"/>
          </a:xfrm>
          <a:prstGeom prst="rect">
            <a:avLst/>
          </a:prstGeom>
          <a:noFill/>
        </p:spPr>
        <p:txBody>
          <a:bodyPr wrap="square" anchor="t" lIns="0" rIns="0" tIns="0" bIns="0">
            <a:spAutoFit/>
          </a:bodyPr>
          <a:lstStyle/>
          <a:p>
            <a:pPr algn="l">
              <a:spcAft>
                <a:spcPts val="600"/>
              </a:spcAft>
            </a:pPr>
            <a:r>
              <a:rPr sz="1400" b="0">
                <a:solidFill>
                  <a:srgbClr val="3E556B"/>
                </a:solidFill>
              </a:rPr>
              <a:t>New tables with name and key, fields of every common type, lookups and N:N</a:t>
            </a:r>
          </a:p>
        </p:txBody>
      </p:sp>
      <p:sp>
        <p:nvSpPr>
          <p:cNvPr id="7" name="Point heading"/>
          <p:cNvSpPr txBox="1"/>
          <p:nvPr/>
        </p:nvSpPr>
        <p:spPr>
          <a:xfrm>
            <a:off x="7315200" y="2743200"/>
            <a:ext cx="3337560" cy="320040"/>
          </a:xfrm>
          <a:prstGeom prst="rect">
            <a:avLst/>
          </a:prstGeom>
          <a:noFill/>
        </p:spPr>
        <p:txBody>
          <a:bodyPr wrap="square" anchor="t" lIns="0" rIns="0" tIns="0" bIns="0">
            <a:spAutoFit/>
          </a:bodyPr>
          <a:lstStyle/>
          <a:p>
            <a:pPr algn="l">
              <a:spcAft>
                <a:spcPts val="600"/>
              </a:spcAft>
            </a:pPr>
            <a:r>
              <a:rPr sz="1800" b="1">
                <a:solidFill>
                  <a:schemeClr val="accent2"/>
                </a:solidFill>
              </a:rPr>
              <a:t>Your fields on standard tables</a:t>
            </a:r>
          </a:p>
        </p:txBody>
      </p:sp>
      <p:sp>
        <p:nvSpPr>
          <p:cNvPr id="8" name="Point text"/>
          <p:cNvSpPr txBox="1"/>
          <p:nvPr/>
        </p:nvSpPr>
        <p:spPr>
          <a:xfrm>
            <a:off x="7315200" y="3072384"/>
            <a:ext cx="3337560" cy="502920"/>
          </a:xfrm>
          <a:prstGeom prst="rect">
            <a:avLst/>
          </a:prstGeom>
          <a:noFill/>
        </p:spPr>
        <p:txBody>
          <a:bodyPr wrap="square" anchor="t" lIns="0" rIns="0" tIns="0" bIns="0">
            <a:spAutoFit/>
          </a:bodyPr>
          <a:lstStyle/>
          <a:p>
            <a:pPr algn="l">
              <a:spcAft>
                <a:spcPts val="600"/>
              </a:spcAft>
            </a:pPr>
            <a:r>
              <a:rPr sz="1400" b="0">
                <a:solidFill>
                  <a:srgbClr val="3E556B"/>
                </a:solidFill>
              </a:rPr>
              <a:t>Added without changing anything else about them</a:t>
            </a:r>
          </a:p>
        </p:txBody>
      </p:sp>
      <p:sp>
        <p:nvSpPr>
          <p:cNvPr id="9" name="Point heading"/>
          <p:cNvSpPr txBox="1"/>
          <p:nvPr/>
        </p:nvSpPr>
        <p:spPr>
          <a:xfrm>
            <a:off x="7315200" y="3977639"/>
            <a:ext cx="3337560" cy="320040"/>
          </a:xfrm>
          <a:prstGeom prst="rect">
            <a:avLst/>
          </a:prstGeom>
          <a:noFill/>
        </p:spPr>
        <p:txBody>
          <a:bodyPr wrap="square" anchor="t" lIns="0" rIns="0" tIns="0" bIns="0">
            <a:spAutoFit/>
          </a:bodyPr>
          <a:lstStyle/>
          <a:p>
            <a:pPr algn="l">
              <a:spcAft>
                <a:spcPts val="600"/>
              </a:spcAft>
            </a:pPr>
            <a:r>
              <a:rPr sz="1800" b="1">
                <a:solidFill>
                  <a:schemeClr val="accent2"/>
                </a:solidFill>
              </a:rPr>
              <a:t>Listed to do by hand</a:t>
            </a:r>
          </a:p>
        </p:txBody>
      </p:sp>
      <p:sp>
        <p:nvSpPr>
          <p:cNvPr id="10" name="Point text"/>
          <p:cNvSpPr txBox="1"/>
          <p:nvPr/>
        </p:nvSpPr>
        <p:spPr>
          <a:xfrm>
            <a:off x="7315200" y="4306824"/>
            <a:ext cx="3337560" cy="502920"/>
          </a:xfrm>
          <a:prstGeom prst="rect">
            <a:avLst/>
          </a:prstGeom>
          <a:noFill/>
        </p:spPr>
        <p:txBody>
          <a:bodyPr wrap="square" anchor="t" lIns="0" rIns="0" tIns="0" bIns="0">
            <a:spAutoFit/>
          </a:bodyPr>
          <a:lstStyle/>
          <a:p>
            <a:pPr algn="l">
              <a:spcAft>
                <a:spcPts val="600"/>
              </a:spcAft>
            </a:pPr>
            <a:r>
              <a:rPr sz="1400" b="0">
                <a:solidFill>
                  <a:srgbClr val="3E556B"/>
                </a:solidFill>
              </a:rPr>
              <a:t>Calculated and rollup fields, activity tables, image and file fields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6" sz="quarter"/>
          </p:nvPr>
        </p:nvSpPr>
        <p:spPr/>
        <p:txBody>
          <a:bodyPr/>
          <a:lstStyle/>
          <a:p>
            <a:pPr marL="228600" indent="-228600"/>
            <a:r>
              <a:rPr sz="1600"/>
              <a:t>230 automated tests run on every change.</a:t>
            </a:r>
          </a:p>
          <a:p>
            <a:pPr marL="228600" indent="-228600"/>
            <a:r>
              <a:rPr sz="1600"/>
              <a:t>Generated solutions are unpacked and re-packed with Microsoft’s own packaging tool.</a:t>
            </a:r>
          </a:p>
          <a:p>
            <a:pPr marL="228600" indent="-228600"/>
            <a:r>
              <a:rPr sz="1600"/>
              <a:t>The solution XML was compared element by element with solutions exported by Dataverse.</a:t>
            </a:r>
          </a:p>
        </p:txBody>
      </p:sp>
      <p:sp>
        <p:nvSpPr>
          <p:cNvPr id="3" name="Text Placeholder 2"/>
          <p:cNvSpPr>
            <a:spLocks noGrp="1"/>
          </p:cNvSpPr>
          <p:nvPr>
            <p:ph type="body" idx="17" sz="quarter"/>
          </p:nvPr>
        </p:nvSpPr>
        <p:spPr/>
        <p:txBody>
          <a:bodyPr/>
          <a:lstStyle/>
          <a:p>
            <a:pPr marL="228600" indent="-228600"/>
            <a:r>
              <a:rPr sz="1600"/>
              <a:t>The first import into development stopped on a missing table label. That is fixed in version 1.9.1.</a:t>
            </a:r>
          </a:p>
          <a:p>
            <a:pPr marL="228600" indent="-228600"/>
            <a:r>
              <a:rPr sz="1600"/>
              <a:t>Next: re-run the three-table import test in development.</a:t>
            </a:r>
          </a:p>
          <a:p>
            <a:pPr marL="228600" indent="-228600"/>
            <a:r>
              <a:rPr sz="1600"/>
              <a:t>Then: build the full model.</a:t>
            </a:r>
          </a:p>
        </p:txBody>
      </p:sp>
      <p:sp>
        <p:nvSpPr>
          <p:cNvPr id="4" name="Text Placeholder 3"/>
          <p:cNvSpPr>
            <a:spLocks noGrp="1"/>
          </p:cNvSpPr>
          <p:nvPr>
            <p:ph type="body" idx="18" sz="quarter"/>
          </p:nvPr>
        </p:nvSpPr>
        <p:spPr/>
        <p:txBody>
          <a:bodyPr/>
          <a:lstStyle/>
          <a:p>
            <a:r>
              <a:t>How it is tested</a:t>
            </a:r>
          </a:p>
        </p:txBody>
      </p:sp>
      <p:sp>
        <p:nvSpPr>
          <p:cNvPr id="5" name="Text Placeholder 4"/>
          <p:cNvSpPr>
            <a:spLocks noGrp="1"/>
          </p:cNvSpPr>
          <p:nvPr>
            <p:ph type="body" idx="19" sz="quarter"/>
          </p:nvPr>
        </p:nvSpPr>
        <p:spPr/>
        <p:txBody>
          <a:bodyPr/>
          <a:lstStyle/>
          <a:p>
            <a:r>
              <a:t>Where it stands</a:t>
            </a:r>
          </a:p>
        </p:txBody>
      </p:sp>
      <p:sp>
        <p:nvSpPr>
          <p:cNvPr id="6" name="Text Placeholder 5"/>
          <p:cNvSpPr>
            <a:spLocks noGrp="1"/>
          </p:cNvSpPr>
          <p:nvPr>
            <p:ph type="body" idx="13" sz="quarter"/>
          </p:nvPr>
        </p:nvSpPr>
        <p:spPr/>
        <p:txBody>
          <a:bodyPr/>
          <a:lstStyle/>
          <a:p>
            <a:r>
              <a:t>Tested, and now in real imports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4" sz="quarter"/>
          </p:nvPr>
        </p:nvSpPr>
        <p:spPr/>
        <p:txBody>
          <a:bodyPr/>
          <a:lstStyle/>
          <a:p>
            <a:r>
              <a:t>Getting started</a:t>
            </a:r>
          </a:p>
        </p:txBody>
      </p:sp>
      <p:sp>
        <p:nvSpPr>
          <p:cNvPr id="3" name="Step"/>
          <p:cNvSpPr/>
          <p:nvPr/>
        </p:nvSpPr>
        <p:spPr>
          <a:xfrm>
            <a:off x="548640" y="4023360"/>
            <a:ext cx="2560320" cy="1280160"/>
          </a:xfrm>
          <a:prstGeom prst="roundRect">
            <a:avLst>
              <a:gd name="adj" fmla="val 8000"/>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096512"/>
            <a:ext cx="548640" cy="411480"/>
          </a:xfrm>
          <a:prstGeom prst="rect">
            <a:avLst/>
          </a:prstGeom>
          <a:noFill/>
        </p:spPr>
        <p:txBody>
          <a:bodyPr wrap="square" anchor="t" lIns="0" rIns="0" tIns="0" bIns="0">
            <a:spAutoFit/>
          </a:bodyPr>
          <a:lstStyle/>
          <a:p>
            <a:pPr algn="l">
              <a:spcAft>
                <a:spcPts val="600"/>
              </a:spcAft>
            </a:pPr>
            <a:r>
              <a:rPr sz="2600" b="1">
                <a:solidFill>
                  <a:schemeClr val="accent2"/>
                </a:solidFill>
              </a:rPr>
              <a:t>1</a:t>
            </a:r>
          </a:p>
        </p:txBody>
      </p:sp>
      <p:sp>
        <p:nvSpPr>
          <p:cNvPr id="5" name="TextBox 4"/>
          <p:cNvSpPr txBox="1"/>
          <p:nvPr/>
        </p:nvSpPr>
        <p:spPr>
          <a:xfrm>
            <a:off x="777240" y="4526280"/>
            <a:ext cx="2148840" cy="731520"/>
          </a:xfrm>
          <a:prstGeom prst="rect">
            <a:avLst/>
          </a:prstGeom>
          <a:noFill/>
        </p:spPr>
        <p:txBody>
          <a:bodyPr wrap="square" anchor="t" lIns="0" rIns="0" tIns="0" bIns="0">
            <a:spAutoFit/>
          </a:bodyPr>
          <a:lstStyle/>
          <a:p>
            <a:pPr algn="l">
              <a:spcAft>
                <a:spcPts val="600"/>
              </a:spcAft>
            </a:pPr>
            <a:r>
              <a:rPr sz="1400" b="0">
                <a:solidFill>
                  <a:schemeClr val="tx1"/>
                </a:solidFill>
              </a:rPr>
              <a:t>Open the Data Model Explorer HTML file in Chrome or Edge</a:t>
            </a:r>
          </a:p>
        </p:txBody>
      </p:sp>
      <p:sp>
        <p:nvSpPr>
          <p:cNvPr id="6" name="Step"/>
          <p:cNvSpPr/>
          <p:nvPr/>
        </p:nvSpPr>
        <p:spPr>
          <a:xfrm>
            <a:off x="3264408" y="4023360"/>
            <a:ext cx="2560320" cy="1280160"/>
          </a:xfrm>
          <a:prstGeom prst="roundRect">
            <a:avLst>
              <a:gd name="adj" fmla="val 8000"/>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3493008" y="4096512"/>
            <a:ext cx="548640" cy="411480"/>
          </a:xfrm>
          <a:prstGeom prst="rect">
            <a:avLst/>
          </a:prstGeom>
          <a:noFill/>
        </p:spPr>
        <p:txBody>
          <a:bodyPr wrap="square" anchor="t" lIns="0" rIns="0" tIns="0" bIns="0">
            <a:spAutoFit/>
          </a:bodyPr>
          <a:lstStyle/>
          <a:p>
            <a:pPr algn="l">
              <a:spcAft>
                <a:spcPts val="600"/>
              </a:spcAft>
            </a:pPr>
            <a:r>
              <a:rPr sz="2600" b="1">
                <a:solidFill>
                  <a:schemeClr val="accent2"/>
                </a:solidFill>
              </a:rPr>
              <a:t>2</a:t>
            </a:r>
          </a:p>
        </p:txBody>
      </p:sp>
      <p:sp>
        <p:nvSpPr>
          <p:cNvPr id="8" name="TextBox 7"/>
          <p:cNvSpPr txBox="1"/>
          <p:nvPr/>
        </p:nvSpPr>
        <p:spPr>
          <a:xfrm>
            <a:off x="3493008" y="4526280"/>
            <a:ext cx="2148840" cy="731520"/>
          </a:xfrm>
          <a:prstGeom prst="rect">
            <a:avLst/>
          </a:prstGeom>
          <a:noFill/>
        </p:spPr>
        <p:txBody>
          <a:bodyPr wrap="square" anchor="t" lIns="0" rIns="0" tIns="0" bIns="0">
            <a:spAutoFit/>
          </a:bodyPr>
          <a:lstStyle/>
          <a:p>
            <a:pPr algn="l">
              <a:spcAft>
                <a:spcPts val="600"/>
              </a:spcAft>
            </a:pPr>
            <a:r>
              <a:rPr sz="1400" b="0">
                <a:solidFill>
                  <a:schemeClr val="tx1"/>
                </a:solidFill>
              </a:rPr>
              <a:t>Drop the data-model workbook on it, or a metadata export</a:t>
            </a:r>
          </a:p>
        </p:txBody>
      </p:sp>
      <p:sp>
        <p:nvSpPr>
          <p:cNvPr id="9" name="Step"/>
          <p:cNvSpPr/>
          <p:nvPr/>
        </p:nvSpPr>
        <p:spPr>
          <a:xfrm>
            <a:off x="5980176" y="4023360"/>
            <a:ext cx="2560320" cy="1280160"/>
          </a:xfrm>
          <a:prstGeom prst="roundRect">
            <a:avLst>
              <a:gd name="adj" fmla="val 8000"/>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208776" y="4096512"/>
            <a:ext cx="548640" cy="411480"/>
          </a:xfrm>
          <a:prstGeom prst="rect">
            <a:avLst/>
          </a:prstGeom>
          <a:noFill/>
        </p:spPr>
        <p:txBody>
          <a:bodyPr wrap="square" anchor="t" lIns="0" rIns="0" tIns="0" bIns="0">
            <a:spAutoFit/>
          </a:bodyPr>
          <a:lstStyle/>
          <a:p>
            <a:pPr algn="l">
              <a:spcAft>
                <a:spcPts val="600"/>
              </a:spcAft>
            </a:pPr>
            <a:r>
              <a:rPr sz="2600" b="1">
                <a:solidFill>
                  <a:schemeClr val="accent2"/>
                </a:solidFill>
              </a:rPr>
              <a:t>3</a:t>
            </a:r>
          </a:p>
        </p:txBody>
      </p:sp>
      <p:sp>
        <p:nvSpPr>
          <p:cNvPr id="11" name="TextBox 10"/>
          <p:cNvSpPr txBox="1"/>
          <p:nvPr/>
        </p:nvSpPr>
        <p:spPr>
          <a:xfrm>
            <a:off x="6208776" y="4526280"/>
            <a:ext cx="2148840" cy="731520"/>
          </a:xfrm>
          <a:prstGeom prst="rect">
            <a:avLst/>
          </a:prstGeom>
          <a:noFill/>
        </p:spPr>
        <p:txBody>
          <a:bodyPr wrap="square" anchor="t" lIns="0" rIns="0" tIns="0" bIns="0">
            <a:spAutoFit/>
          </a:bodyPr>
          <a:lstStyle/>
          <a:p>
            <a:pPr algn="l">
              <a:spcAft>
                <a:spcPts val="600"/>
              </a:spcAft>
            </a:pPr>
            <a:r>
              <a:rPr sz="1400" b="0">
                <a:solidFill>
                  <a:schemeClr val="tx1"/>
                </a:solidFill>
              </a:rPr>
              <a:t>Work through Checks until there are no errors</a:t>
            </a:r>
          </a:p>
        </p:txBody>
      </p:sp>
      <p:sp>
        <p:nvSpPr>
          <p:cNvPr id="12" name="Step"/>
          <p:cNvSpPr/>
          <p:nvPr/>
        </p:nvSpPr>
        <p:spPr>
          <a:xfrm>
            <a:off x="8695944" y="4023360"/>
            <a:ext cx="2560320" cy="1280160"/>
          </a:xfrm>
          <a:prstGeom prst="roundRect">
            <a:avLst>
              <a:gd name="adj" fmla="val 8000"/>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924544" y="4096512"/>
            <a:ext cx="548640" cy="411480"/>
          </a:xfrm>
          <a:prstGeom prst="rect">
            <a:avLst/>
          </a:prstGeom>
          <a:noFill/>
        </p:spPr>
        <p:txBody>
          <a:bodyPr wrap="square" anchor="t" lIns="0" rIns="0" tIns="0" bIns="0">
            <a:spAutoFit/>
          </a:bodyPr>
          <a:lstStyle/>
          <a:p>
            <a:pPr algn="l">
              <a:spcAft>
                <a:spcPts val="600"/>
              </a:spcAft>
            </a:pPr>
            <a:r>
              <a:rPr sz="2600" b="1">
                <a:solidFill>
                  <a:schemeClr val="accent2"/>
                </a:solidFill>
              </a:rPr>
              <a:t>4</a:t>
            </a:r>
          </a:p>
        </p:txBody>
      </p:sp>
      <p:sp>
        <p:nvSpPr>
          <p:cNvPr id="14" name="TextBox 13"/>
          <p:cNvSpPr txBox="1"/>
          <p:nvPr/>
        </p:nvSpPr>
        <p:spPr>
          <a:xfrm>
            <a:off x="8924544" y="4526280"/>
            <a:ext cx="2148840" cy="731520"/>
          </a:xfrm>
          <a:prstGeom prst="rect">
            <a:avLst/>
          </a:prstGeom>
          <a:noFill/>
        </p:spPr>
        <p:txBody>
          <a:bodyPr wrap="square" anchor="t" lIns="0" rIns="0" tIns="0" bIns="0">
            <a:spAutoFit/>
          </a:bodyPr>
          <a:lstStyle/>
          <a:p>
            <a:pPr algn="l">
              <a:spcAft>
                <a:spcPts val="600"/>
              </a:spcAft>
            </a:pPr>
            <a:r>
              <a:rPr sz="1400" b="0">
                <a:solidFill>
                  <a:schemeClr val="tx1"/>
                </a:solidFill>
              </a:rPr>
              <a:t>Build the solution and run import.ps1 against development</a:t>
            </a:r>
          </a:p>
        </p:txBody>
      </p:sp>
    </p:spTree>
  </p:cSld>
  <p:clrMapOvr>
    <a:masterClrMapping/>
  </p:clrMapOvr>
</p:sld>
</file>

<file path=ppt/theme/theme1.xml><?xml version="1.0" encoding="utf-8"?>
<a:theme xmlns:a="http://schemas.openxmlformats.org/drawingml/2006/main" name="Office Theme">
  <a:themeElements>
    <a:clrScheme name="Custom 2">
      <a:dk1>
        <a:srgbClr val="000000"/>
      </a:dk1>
      <a:lt1>
        <a:srgbClr val="FFFFFF"/>
      </a:lt1>
      <a:dk2>
        <a:srgbClr val="000000"/>
      </a:dk2>
      <a:lt2>
        <a:srgbClr val="FFFFFF"/>
      </a:lt2>
      <a:accent1>
        <a:srgbClr val="0A4873"/>
      </a:accent1>
      <a:accent2>
        <a:srgbClr val="BB1C73"/>
      </a:accent2>
      <a:accent3>
        <a:srgbClr val="061A46"/>
      </a:accent3>
      <a:accent4>
        <a:srgbClr val="7B134D"/>
      </a:accent4>
      <a:accent5>
        <a:srgbClr val="ECF1F5"/>
      </a:accent5>
      <a:accent6>
        <a:srgbClr val="F7D4E7"/>
      </a:accent6>
      <a:hlink>
        <a:srgbClr val="BB1C73"/>
      </a:hlink>
      <a:folHlink>
        <a:srgbClr val="BB1C73"/>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Template Presentation" id="{B806EC50-8E57-4AC7-9414-C376680A5445}" vid="{479DFAD2-0279-42F0-BE07-9BD63C6DA86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82842E0EDE139B46AD61A82885DCB004" ma:contentTypeVersion="21" ma:contentTypeDescription="Create a new document." ma:contentTypeScope="" ma:versionID="b83bb6442c2f04533b8945725091ea5e">
  <xsd:schema xmlns:xsd="http://www.w3.org/2001/XMLSchema" xmlns:xs="http://www.w3.org/2001/XMLSchema" xmlns:p="http://schemas.microsoft.com/office/2006/metadata/properties" xmlns:ns1="http://schemas.microsoft.com/sharepoint/v3" xmlns:ns2="59db780e-9d2e-4ea8-b179-296e035904c7" xmlns:ns3="315bbd3c-00ee-44d3-840f-6efac15bf87b" targetNamespace="http://schemas.microsoft.com/office/2006/metadata/properties" ma:root="true" ma:fieldsID="ed476c4c27c6511c18331b2436930979" ns1:_="" ns2:_="" ns3:_="">
    <xsd:import namespace="http://schemas.microsoft.com/sharepoint/v3"/>
    <xsd:import namespace="59db780e-9d2e-4ea8-b179-296e035904c7"/>
    <xsd:import namespace="315bbd3c-00ee-44d3-840f-6efac15bf87b"/>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DateTaken" minOccurs="0"/>
                <xsd:element ref="ns2:MediaServiceLocation"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3:SharedWithUsers" minOccurs="0"/>
                <xsd:element ref="ns3:SharedWithDetails" minOccurs="0"/>
                <xsd:element ref="ns2:MediaLengthInSeconds" minOccurs="0"/>
                <xsd:element ref="ns1:_ip_UnifiedCompliancePolicyProperties" minOccurs="0"/>
                <xsd:element ref="ns1:_ip_UnifiedCompliancePolicyUIAction" minOccurs="0"/>
                <xsd:element ref="ns2:lcf76f155ced4ddcb4097134ff3c332f" minOccurs="0"/>
                <xsd:element ref="ns3:TaxCatchAll"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1" nillable="true" ma:displayName="Unified Compliance Policy Properties" ma:hidden="true" ma:internalName="_ip_UnifiedCompliancePolicyProperties">
      <xsd:simpleType>
        <xsd:restriction base="dms:Note"/>
      </xsd:simpleType>
    </xsd:element>
    <xsd:element name="_ip_UnifiedCompliancePolicyUIAction" ma:index="22"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59db780e-9d2e-4ea8-b179-296e035904c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DateTaken" ma:index="11" nillable="true" ma:displayName="MediaServiceDateTaken" ma:hidden="true" ma:internalName="MediaServiceDateTaken" ma:readOnly="true">
      <xsd:simpleType>
        <xsd:restriction base="dms:Text"/>
      </xsd:simpleType>
    </xsd:element>
    <xsd:element name="MediaServiceLocation" ma:index="12" nillable="true" ma:displayName="Location" ma:internalName="MediaServiceLocation"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4" nillable="true" ma:taxonomy="true" ma:internalName="lcf76f155ced4ddcb4097134ff3c332f" ma:taxonomyFieldName="MediaServiceImageTags" ma:displayName="Image Tags" ma:readOnly="false" ma:fieldId="{5cf76f15-5ced-4ddc-b409-7134ff3c332f}" ma:taxonomyMulti="true" ma:sspId="8847125a-9a34-4fb6-b9f3-148a8f6b9005"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6" nillable="true" ma:displayName="MediaServiceObjectDetectorVersions" ma:hidden="true" ma:indexed="true" ma:internalName="MediaServiceObjectDetectorVersions" ma:readOnly="true">
      <xsd:simpleType>
        <xsd:restriction base="dms:Text"/>
      </xsd:simpleType>
    </xsd:element>
    <xsd:element name="MediaServiceSearchProperties" ma:index="27" nillable="true" ma:displayName="MediaServiceSearchProperties" ma:hidden="true" ma:internalName="MediaServiceSearchProperties" ma:readOnly="true">
      <xsd:simpleType>
        <xsd:restriction base="dms:Note"/>
      </xsd:simpleType>
    </xsd:element>
    <xsd:element name="MediaServiceBillingMetadata" ma:index="28"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15bbd3c-00ee-44d3-840f-6efac15bf87b"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5" nillable="true" ma:displayName="Taxonomy Catch All Column" ma:hidden="true" ma:list="{a13127f1-6064-42db-9818-95b24162616c}" ma:internalName="TaxCatchAll" ma:showField="CatchAllData" ma:web="315bbd3c-00ee-44d3-840f-6efac15bf87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TaxCatchAll xmlns="315bbd3c-00ee-44d3-840f-6efac15bf87b" xsi:nil="true"/>
    <lcf76f155ced4ddcb4097134ff3c332f xmlns="59db780e-9d2e-4ea8-b179-296e035904c7">
      <Terms xmlns="http://schemas.microsoft.com/office/infopath/2007/PartnerControls"/>
    </lcf76f155ced4ddcb4097134ff3c332f>
    <SharedWithUsers xmlns="315bbd3c-00ee-44d3-840f-6efac15bf87b">
      <UserInfo>
        <DisplayName/>
        <AccountId xsi:nil="true"/>
        <AccountType/>
      </UserInfo>
    </SharedWithUsers>
  </documentManagement>
</p:properties>
</file>

<file path=customXml/itemProps1.xml><?xml version="1.0" encoding="utf-8"?>
<ds:datastoreItem xmlns:ds="http://schemas.openxmlformats.org/officeDocument/2006/customXml" ds:itemID="{96468A4A-3365-4077-90F4-44620DBC6367}">
  <ds:schemaRefs>
    <ds:schemaRef ds:uri="http://schemas.microsoft.com/sharepoint/v3/contenttype/forms"/>
  </ds:schemaRefs>
</ds:datastoreItem>
</file>

<file path=customXml/itemProps2.xml><?xml version="1.0" encoding="utf-8"?>
<ds:datastoreItem xmlns:ds="http://schemas.openxmlformats.org/officeDocument/2006/customXml" ds:itemID="{284D963C-479C-4E88-AD78-0C131342F84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59db780e-9d2e-4ea8-b179-296e035904c7"/>
    <ds:schemaRef ds:uri="315bbd3c-00ee-44d3-840f-6efac15bf87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A0A3D0C-1A2C-4276-A039-C4BD012C5662}">
  <ds:schemaRefs>
    <ds:schemaRef ds:uri="bb7e8fac-038b-43f0-8312-4c0c6d7b531b"/>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 ds:uri="http://schemas.microsoft.com/sharepoint/v3"/>
    <ds:schemaRef ds:uri="315bbd3c-00ee-44d3-840f-6efac15bf87b"/>
    <ds:schemaRef ds:uri="59db780e-9d2e-4ea8-b179-296e035904c7"/>
  </ds:schemaRefs>
</ds:datastoreItem>
</file>

<file path=docProps/app.xml><?xml version="1.0" encoding="utf-8"?>
<Properties xmlns="http://schemas.openxmlformats.org/officeDocument/2006/extended-properties" xmlns:vt="http://schemas.openxmlformats.org/officeDocument/2006/docPropsVTypes">
  <Template>Template Presentation</Template>
  <Application>Microsoft Office PowerPoint</Application>
  <PresentationFormat>Widescreen</PresentationFormat>
  <Slides>21</Slides>
  <Notes>0</Notes>
  <HiddenSlides>0</HiddenSlide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Kelly-Marie Roe</dc:creator>
  <cp:revision>2</cp:revision>
  <dcterms:created xsi:type="dcterms:W3CDTF">2026-05-07T10:11:49Z</dcterms:created>
  <dcterms:modified xsi:type="dcterms:W3CDTF">2026-10-22T15:57:34Z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0x01010082842E0EDE139B46AD61A82885DCB004</vt:lpwstr>
  </property>
  <property fmtid="{D5CDD505-2E9C-101B-9397-08002B2CF9AE}" pid="3" name="Order">
    <vt:r8>2100</vt:r8>
  </property>
  <property fmtid="{D5CDD505-2E9C-101B-9397-08002B2CF9AE}" pid="4" name="xd_Signature">
    <vt:bool>false</vt:bool>
  </property>
  <property fmtid="{D5CDD505-2E9C-101B-9397-08002B2CF9AE}" pid="5" name="xd_ProgID">
    <vt:lpwstr/>
  </property>
  <property fmtid="{D5CDD505-2E9C-101B-9397-08002B2CF9AE}" pid="6" name="_SourceUrl">
    <vt:lpwstr/>
  </property>
  <property fmtid="{D5CDD505-2E9C-101B-9397-08002B2CF9AE}" pid="7" name="_SharedFileIndex">
    <vt:lpwstr/>
  </property>
  <property fmtid="{D5CDD505-2E9C-101B-9397-08002B2CF9AE}" pid="8" name="ComplianceAssetId">
    <vt:lpwstr/>
  </property>
  <property fmtid="{D5CDD505-2E9C-101B-9397-08002B2CF9AE}" pid="9" name="TemplateUrl">
    <vt:lpwstr/>
  </property>
  <property fmtid="{D5CDD505-2E9C-101B-9397-08002B2CF9AE}" pid="10" name="_ExtendedDescription">
    <vt:lpwstr/>
  </property>
  <property fmtid="{D5CDD505-2E9C-101B-9397-08002B2CF9AE}" pid="11" name="TriggerFlowInfo">
    <vt:lpwstr/>
  </property>
  <property fmtid="{D5CDD505-2E9C-101B-9397-08002B2CF9AE}" pid="12" name="MediaServiceImageTags">
    <vt:lpwstr/>
  </property>
</Properties>
</file>